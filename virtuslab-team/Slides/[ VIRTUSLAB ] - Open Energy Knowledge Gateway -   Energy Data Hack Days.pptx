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5" r:id="rId4"/>
    <p:sldMasterId id="2147483686" r:id="rId5"/>
    <p:sldMasterId id="214748368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10287000" cx="18288000"/>
  <p:notesSz cx="6858000" cy="9144000"/>
  <p:embeddedFontLst>
    <p:embeddedFont>
      <p:font typeface="Montserrat SemiBold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Geist"/>
      <p:regular r:id="rId27"/>
      <p:bold r:id="rId28"/>
      <p:italic r:id="rId29"/>
      <p:boldItalic r:id="rId30"/>
    </p:embeddedFont>
    <p:embeddedFont>
      <p:font typeface="Montserrat Medium"/>
      <p:regular r:id="rId31"/>
      <p:bold r:id="rId32"/>
      <p:italic r:id="rId33"/>
      <p:boldItalic r:id="rId34"/>
    </p:embeddedFont>
    <p:embeddedFont>
      <p:font typeface="Geist Medium"/>
      <p:regular r:id="rId35"/>
      <p:bold r:id="rId36"/>
      <p:italic r:id="rId37"/>
      <p:boldItalic r:id="rId38"/>
    </p:embeddedFont>
    <p:embeddedFont>
      <p:font typeface="Geist SemiBold"/>
      <p:regular r:id="rId39"/>
      <p:bold r:id="rId40"/>
      <p:italic r:id="rId41"/>
      <p:boldItalic r:id="rId42"/>
    </p:embeddedFont>
    <p:embeddedFont>
      <p:font typeface="Geist Mono"/>
      <p:regular r:id="rId43"/>
      <p:bold r:id="rId44"/>
      <p:italic r:id="rId45"/>
      <p:boldItalic r:id="rId46"/>
    </p:embeddedFont>
    <p:embeddedFont>
      <p:font typeface="Geist Mono SemiBold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eistSemiBold-bold.fntdata"/><Relationship Id="rId42" Type="http://schemas.openxmlformats.org/officeDocument/2006/relationships/font" Target="fonts/GeistSemiBold-boldItalic.fntdata"/><Relationship Id="rId41" Type="http://schemas.openxmlformats.org/officeDocument/2006/relationships/font" Target="fonts/GeistSemiBold-italic.fntdata"/><Relationship Id="rId44" Type="http://schemas.openxmlformats.org/officeDocument/2006/relationships/font" Target="fonts/GeistMono-bold.fntdata"/><Relationship Id="rId43" Type="http://schemas.openxmlformats.org/officeDocument/2006/relationships/font" Target="fonts/GeistMono-regular.fntdata"/><Relationship Id="rId46" Type="http://schemas.openxmlformats.org/officeDocument/2006/relationships/font" Target="fonts/GeistMono-boldItalic.fntdata"/><Relationship Id="rId45" Type="http://schemas.openxmlformats.org/officeDocument/2006/relationships/font" Target="fonts/Geist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GeistMonoSemiBold-bold.fntdata"/><Relationship Id="rId47" Type="http://schemas.openxmlformats.org/officeDocument/2006/relationships/font" Target="fonts/GeistMonoSemiBold-regular.fntdata"/><Relationship Id="rId49" Type="http://schemas.openxmlformats.org/officeDocument/2006/relationships/font" Target="fonts/GeistMonoSemiBold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MontserratMedium-regular.fntdata"/><Relationship Id="rId30" Type="http://schemas.openxmlformats.org/officeDocument/2006/relationships/font" Target="fonts/Geist-boldItalic.fntdata"/><Relationship Id="rId33" Type="http://schemas.openxmlformats.org/officeDocument/2006/relationships/font" Target="fonts/MontserratMedium-italic.fntdata"/><Relationship Id="rId32" Type="http://schemas.openxmlformats.org/officeDocument/2006/relationships/font" Target="fonts/MontserratMedium-bold.fntdata"/><Relationship Id="rId35" Type="http://schemas.openxmlformats.org/officeDocument/2006/relationships/font" Target="fonts/GeistMedium-regular.fntdata"/><Relationship Id="rId34" Type="http://schemas.openxmlformats.org/officeDocument/2006/relationships/font" Target="fonts/MontserratMedium-boldItalic.fntdata"/><Relationship Id="rId37" Type="http://schemas.openxmlformats.org/officeDocument/2006/relationships/font" Target="fonts/GeistMedium-italic.fntdata"/><Relationship Id="rId36" Type="http://schemas.openxmlformats.org/officeDocument/2006/relationships/font" Target="fonts/GeistMedium-bold.fntdata"/><Relationship Id="rId39" Type="http://schemas.openxmlformats.org/officeDocument/2006/relationships/font" Target="fonts/GeistSemiBold-regular.fntdata"/><Relationship Id="rId38" Type="http://schemas.openxmlformats.org/officeDocument/2006/relationships/font" Target="fonts/GeistMedium-boldItalic.fntdata"/><Relationship Id="rId20" Type="http://schemas.openxmlformats.org/officeDocument/2006/relationships/font" Target="fonts/MontserratSemiBold-bold.fntdata"/><Relationship Id="rId22" Type="http://schemas.openxmlformats.org/officeDocument/2006/relationships/font" Target="fonts/MontserratSemiBold-boldItalic.fntdata"/><Relationship Id="rId21" Type="http://schemas.openxmlformats.org/officeDocument/2006/relationships/font" Target="fonts/MontserratSemiBold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Geist-bold.fntdata"/><Relationship Id="rId27" Type="http://schemas.openxmlformats.org/officeDocument/2006/relationships/font" Target="fonts/Geist-regular.fntdata"/><Relationship Id="rId29" Type="http://schemas.openxmlformats.org/officeDocument/2006/relationships/font" Target="fonts/Geist-italic.fntdata"/><Relationship Id="rId50" Type="http://schemas.openxmlformats.org/officeDocument/2006/relationships/font" Target="fonts/GeistMonoSemiBold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MontserratSemiBold-regular.fntdata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8d094608f_35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8d094608f_35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8d094608f_35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8d094608f_35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8d094608f_35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8d094608f_35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8d094608f_35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8d094608f_35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a971e9267_12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a971e9267_12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a971e9267_12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a971e9267_12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a971e9267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a971e9267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8d094608f_58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f8d094608f_58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aa68588b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faa68588b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aa68588b8_5_9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faa68588b8_5_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8d094608f_35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f8d094608f_35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jp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jp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jp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jpg"/><Relationship Id="rId3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jp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jp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jp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7.jpg"/><Relationship Id="rId3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7.jp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jp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jp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7.jp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7.jpg"/><Relationship Id="rId3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jpg"/><Relationship Id="rId3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jpg"/><Relationship Id="rId3" Type="http://schemas.openxmlformats.org/officeDocument/2006/relationships/image" Target="../media/image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7.jpg"/><Relationship Id="rId3" Type="http://schemas.openxmlformats.org/officeDocument/2006/relationships/image" Target="../media/image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jpg"/><Relationship Id="rId3" Type="http://schemas.openxmlformats.org/officeDocument/2006/relationships/image" Target="../media/image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6.jpg"/><Relationship Id="rId3" Type="http://schemas.openxmlformats.org/officeDocument/2006/relationships/image" Target="../media/image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jpg"/><Relationship Id="rId3" Type="http://schemas.openxmlformats.org/officeDocument/2006/relationships/image" Target="../media/image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a8b0aefe0_8_0)">
  <p:cSld name="Generated (g3fa8b0aefe0_8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L Blanc white">
  <p:cSld name="CUSTOM_1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" type="subTitle"/>
          </p:nvPr>
        </p:nvSpPr>
        <p:spPr>
          <a:xfrm>
            <a:off x="1083000" y="9715650"/>
            <a:ext cx="16443000" cy="571500"/>
          </a:xfrm>
          <a:prstGeom prst="rect">
            <a:avLst/>
          </a:prstGeom>
        </p:spPr>
        <p:txBody>
          <a:bodyPr anchorCtr="0" anchor="ctr" bIns="182850" lIns="0" spcFirstLastPara="1" rIns="0" wrap="square" tIns="18285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7" name="Google Shape;57;p15"/>
          <p:cNvSpPr txBox="1"/>
          <p:nvPr>
            <p:ph type="title"/>
          </p:nvPr>
        </p:nvSpPr>
        <p:spPr>
          <a:xfrm>
            <a:off x="762000" y="762000"/>
            <a:ext cx="16764000" cy="14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762000" y="9715400"/>
            <a:ext cx="321000" cy="571500"/>
          </a:xfrm>
          <a:prstGeom prst="rect">
            <a:avLst/>
          </a:prstGeom>
        </p:spPr>
        <p:txBody>
          <a:bodyPr anchorCtr="0" anchor="ctr" bIns="182850" lIns="0" spcFirstLastPara="1" rIns="0" wrap="square" tIns="182850">
            <a:no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" name="Google Shape;59;p15" title="Vector (3)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662681" y="9811916"/>
            <a:ext cx="483050" cy="3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L Blanc grey">
  <p:cSld name="CUSTOM_1_3">
    <p:bg>
      <p:bgPr>
        <a:solidFill>
          <a:schemeClr val="lt2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762000" y="762000"/>
            <a:ext cx="16764000" cy="14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62" name="Google Shape;62;p16"/>
          <p:cNvSpPr txBox="1"/>
          <p:nvPr>
            <p:ph idx="1" type="subTitle"/>
          </p:nvPr>
        </p:nvSpPr>
        <p:spPr>
          <a:xfrm>
            <a:off x="1083000" y="9715650"/>
            <a:ext cx="16443000" cy="571500"/>
          </a:xfrm>
          <a:prstGeom prst="rect">
            <a:avLst/>
          </a:prstGeom>
        </p:spPr>
        <p:txBody>
          <a:bodyPr anchorCtr="0" anchor="ctr" bIns="182850" lIns="0" spcFirstLastPara="1" rIns="0" wrap="square" tIns="18285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762000" y="9715400"/>
            <a:ext cx="321000" cy="571500"/>
          </a:xfrm>
          <a:prstGeom prst="rect">
            <a:avLst/>
          </a:prstGeom>
        </p:spPr>
        <p:txBody>
          <a:bodyPr anchorCtr="0" anchor="ctr" bIns="182850" lIns="0" spcFirstLastPara="1" rIns="0" wrap="square" tIns="182850">
            <a:no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" name="Google Shape;64;p16" title="Vector (3)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662681" y="9811916"/>
            <a:ext cx="483050" cy="3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L Light gradient">
  <p:cSld name="CUSTOM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762000" y="762000"/>
            <a:ext cx="16764000" cy="14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subTitle"/>
          </p:nvPr>
        </p:nvSpPr>
        <p:spPr>
          <a:xfrm>
            <a:off x="1083000" y="9715400"/>
            <a:ext cx="16443000" cy="571800"/>
          </a:xfrm>
          <a:prstGeom prst="rect">
            <a:avLst/>
          </a:prstGeom>
        </p:spPr>
        <p:txBody>
          <a:bodyPr anchorCtr="0" anchor="ctr" bIns="182850" lIns="0" spcFirstLastPara="1" rIns="0" wrap="square" tIns="18285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762000" y="9715400"/>
            <a:ext cx="321000" cy="571500"/>
          </a:xfrm>
          <a:prstGeom prst="rect">
            <a:avLst/>
          </a:prstGeom>
        </p:spPr>
        <p:txBody>
          <a:bodyPr anchorCtr="0" anchor="ctr" bIns="182850" lIns="0" spcFirstLastPara="1" rIns="0" wrap="square" tIns="182850">
            <a:no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" name="Google Shape;69;p17" title="Vector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62681" y="9811916"/>
            <a:ext cx="483050" cy="3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L Light gradient 2">
  <p:cSld name="CUSTOM_1_2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9239250" y="0"/>
            <a:ext cx="9048600" cy="10287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3600000" dist="95250">
              <a:schemeClr val="dk1">
                <a:alpha val="15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 txBox="1"/>
          <p:nvPr>
            <p:ph type="title"/>
          </p:nvPr>
        </p:nvSpPr>
        <p:spPr>
          <a:xfrm>
            <a:off x="762000" y="762000"/>
            <a:ext cx="8286600" cy="14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" type="subTitle"/>
          </p:nvPr>
        </p:nvSpPr>
        <p:spPr>
          <a:xfrm>
            <a:off x="1083000" y="9715400"/>
            <a:ext cx="7965600" cy="571800"/>
          </a:xfrm>
          <a:prstGeom prst="rect">
            <a:avLst/>
          </a:prstGeom>
        </p:spPr>
        <p:txBody>
          <a:bodyPr anchorCtr="0" anchor="ctr" bIns="182850" lIns="0" spcFirstLastPara="1" rIns="0" wrap="square" tIns="18285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762000" y="9715400"/>
            <a:ext cx="321000" cy="571500"/>
          </a:xfrm>
          <a:prstGeom prst="rect">
            <a:avLst/>
          </a:prstGeom>
        </p:spPr>
        <p:txBody>
          <a:bodyPr anchorCtr="0" anchor="ctr" bIns="182850" lIns="0" spcFirstLastPara="1" rIns="0" wrap="square" tIns="182850">
            <a:no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" name="Google Shape;75;p18" title="Vector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62681" y="9811916"/>
            <a:ext cx="483050" cy="3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L Light gradient 3">
  <p:cSld name="CUSTOM_1_2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/>
          <p:nvPr/>
        </p:nvSpPr>
        <p:spPr>
          <a:xfrm>
            <a:off x="6413500" y="0"/>
            <a:ext cx="11874600" cy="10287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3600000" dist="95250">
              <a:schemeClr val="dk1">
                <a:alpha val="15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9"/>
          <p:cNvSpPr txBox="1"/>
          <p:nvPr>
            <p:ph type="title"/>
          </p:nvPr>
        </p:nvSpPr>
        <p:spPr>
          <a:xfrm>
            <a:off x="762000" y="762000"/>
            <a:ext cx="5460900" cy="14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" type="subTitle"/>
          </p:nvPr>
        </p:nvSpPr>
        <p:spPr>
          <a:xfrm>
            <a:off x="1083000" y="9722550"/>
            <a:ext cx="5139900" cy="564600"/>
          </a:xfrm>
          <a:prstGeom prst="rect">
            <a:avLst/>
          </a:prstGeom>
        </p:spPr>
        <p:txBody>
          <a:bodyPr anchorCtr="0" anchor="ctr" bIns="182850" lIns="0" spcFirstLastPara="1" rIns="0" wrap="square" tIns="18285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762000" y="9715400"/>
            <a:ext cx="321000" cy="571500"/>
          </a:xfrm>
          <a:prstGeom prst="rect">
            <a:avLst/>
          </a:prstGeom>
        </p:spPr>
        <p:txBody>
          <a:bodyPr anchorCtr="0" anchor="ctr" bIns="182850" lIns="0" spcFirstLastPara="1" rIns="0" wrap="square" tIns="182850">
            <a:no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1" name="Google Shape;81;p19" title="Vector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62681" y="9811916"/>
            <a:ext cx="483050" cy="3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L Light gradient 4">
  <p:cSld name="CUSTOM_1_2_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150" y="0"/>
            <a:ext cx="18288000" cy="9715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3600000" dist="95250">
              <a:schemeClr val="dk1">
                <a:alpha val="15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762000" y="762000"/>
            <a:ext cx="16764000" cy="14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5" name="Google Shape;85;p20"/>
          <p:cNvSpPr txBox="1"/>
          <p:nvPr>
            <p:ph idx="1" type="subTitle"/>
          </p:nvPr>
        </p:nvSpPr>
        <p:spPr>
          <a:xfrm>
            <a:off x="1083000" y="9715650"/>
            <a:ext cx="16443000" cy="571500"/>
          </a:xfrm>
          <a:prstGeom prst="rect">
            <a:avLst/>
          </a:prstGeom>
        </p:spPr>
        <p:txBody>
          <a:bodyPr anchorCtr="0" anchor="ctr" bIns="182850" lIns="0" spcFirstLastPara="1" rIns="0" wrap="square" tIns="18285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762000" y="9715400"/>
            <a:ext cx="321000" cy="571500"/>
          </a:xfrm>
          <a:prstGeom prst="rect">
            <a:avLst/>
          </a:prstGeom>
        </p:spPr>
        <p:txBody>
          <a:bodyPr anchorCtr="0" anchor="ctr" bIns="182850" lIns="0" spcFirstLastPara="1" rIns="0" wrap="square" tIns="182850">
            <a:no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7" name="Google Shape;87;p20" title="Vector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62681" y="9811916"/>
            <a:ext cx="483050" cy="3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L Cover | Light gradient">
  <p:cSld name="CUSTOM_1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1" title="Group 194 (1).png"/>
          <p:cNvPicPr preferRelativeResize="0"/>
          <p:nvPr/>
        </p:nvPicPr>
        <p:blipFill rotWithShape="1">
          <a:blip r:embed="rId3">
            <a:alphaModFix/>
          </a:blip>
          <a:srcRect b="50" l="0" r="0" t="50"/>
          <a:stretch/>
        </p:blipFill>
        <p:spPr>
          <a:xfrm>
            <a:off x="762000" y="762000"/>
            <a:ext cx="2335750" cy="9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1"/>
          <p:cNvSpPr txBox="1"/>
          <p:nvPr>
            <p:ph idx="12" type="sldNum"/>
          </p:nvPr>
        </p:nvSpPr>
        <p:spPr>
          <a:xfrm>
            <a:off x="762000" y="9715400"/>
            <a:ext cx="321000" cy="571500"/>
          </a:xfrm>
          <a:prstGeom prst="rect">
            <a:avLst/>
          </a:prstGeom>
        </p:spPr>
        <p:txBody>
          <a:bodyPr anchorCtr="0" anchor="ctr" bIns="182850" lIns="0" spcFirstLastPara="1" rIns="0" wrap="square" tIns="182850">
            <a:no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L Light gradient + mountain">
  <p:cSld name="CUSTOM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2" title="Background graphic.png"/>
          <p:cNvPicPr preferRelativeResize="0"/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0" y="-278775"/>
            <a:ext cx="18288000" cy="105657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2"/>
          <p:cNvSpPr txBox="1"/>
          <p:nvPr>
            <p:ph type="title"/>
          </p:nvPr>
        </p:nvSpPr>
        <p:spPr>
          <a:xfrm>
            <a:off x="762000" y="762000"/>
            <a:ext cx="16764000" cy="14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4" name="Google Shape;94;p22"/>
          <p:cNvSpPr txBox="1"/>
          <p:nvPr>
            <p:ph idx="1" type="subTitle"/>
          </p:nvPr>
        </p:nvSpPr>
        <p:spPr>
          <a:xfrm>
            <a:off x="1083000" y="9715400"/>
            <a:ext cx="16443000" cy="571800"/>
          </a:xfrm>
          <a:prstGeom prst="rect">
            <a:avLst/>
          </a:prstGeom>
        </p:spPr>
        <p:txBody>
          <a:bodyPr anchorCtr="0" anchor="ctr" bIns="182850" lIns="0" spcFirstLastPara="1" rIns="0" wrap="square" tIns="18285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762000" y="9715400"/>
            <a:ext cx="321000" cy="571500"/>
          </a:xfrm>
          <a:prstGeom prst="rect">
            <a:avLst/>
          </a:prstGeom>
        </p:spPr>
        <p:txBody>
          <a:bodyPr anchorCtr="0" anchor="ctr" bIns="182850" lIns="0" spcFirstLastPara="1" rIns="0" wrap="square" tIns="182850">
            <a:no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" name="Google Shape;96;p22" title="Vector 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62681" y="9811916"/>
            <a:ext cx="483050" cy="3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L Cover | Light gradient + mountain">
  <p:cSld name="CUSTOM_1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3" title="Background graphic.png"/>
          <p:cNvPicPr preferRelativeResize="0"/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0" y="-278775"/>
            <a:ext cx="18288000" cy="1056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3" title="Group 194 (1).png"/>
          <p:cNvPicPr preferRelativeResize="0"/>
          <p:nvPr/>
        </p:nvPicPr>
        <p:blipFill rotWithShape="1">
          <a:blip r:embed="rId4">
            <a:alphaModFix/>
          </a:blip>
          <a:srcRect b="50" l="0" r="0" t="50"/>
          <a:stretch/>
        </p:blipFill>
        <p:spPr>
          <a:xfrm>
            <a:off x="762000" y="762000"/>
            <a:ext cx="2335750" cy="9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762000" y="9715400"/>
            <a:ext cx="321000" cy="571500"/>
          </a:xfrm>
          <a:prstGeom prst="rect">
            <a:avLst/>
          </a:prstGeom>
        </p:spPr>
        <p:txBody>
          <a:bodyPr anchorCtr="0" anchor="ctr" bIns="182850" lIns="0" spcFirstLastPara="1" rIns="0" wrap="square" tIns="182850">
            <a:no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L Cover | Dark gradient">
  <p:cSld name="CUSTOM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4" title="Group 194 (2).png"/>
          <p:cNvPicPr preferRelativeResize="0"/>
          <p:nvPr/>
        </p:nvPicPr>
        <p:blipFill rotWithShape="1">
          <a:blip r:embed="rId3">
            <a:alphaModFix/>
          </a:blip>
          <a:srcRect b="50" l="0" r="0" t="50"/>
          <a:stretch/>
        </p:blipFill>
        <p:spPr>
          <a:xfrm>
            <a:off x="762000" y="762000"/>
            <a:ext cx="2335750" cy="9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4"/>
          <p:cNvSpPr txBox="1"/>
          <p:nvPr>
            <p:ph idx="12" type="sldNum"/>
          </p:nvPr>
        </p:nvSpPr>
        <p:spPr>
          <a:xfrm>
            <a:off x="762000" y="9715400"/>
            <a:ext cx="321000" cy="571500"/>
          </a:xfrm>
          <a:prstGeom prst="rect">
            <a:avLst/>
          </a:prstGeom>
        </p:spPr>
        <p:txBody>
          <a:bodyPr anchorCtr="0" anchor="ctr" bIns="182850" lIns="0" spcFirstLastPara="1" rIns="0" wrap="square" tIns="182850">
            <a:noAutofit/>
          </a:bodyPr>
          <a:lstStyle>
            <a:lvl1pPr lvl="0" algn="l">
              <a:buNone/>
              <a:defRPr>
                <a:solidFill>
                  <a:schemeClr val="lt1"/>
                </a:solidFill>
              </a:defRPr>
            </a:lvl1pPr>
            <a:lvl2pPr lvl="1" algn="l">
              <a:buNone/>
              <a:defRPr>
                <a:solidFill>
                  <a:schemeClr val="lt1"/>
                </a:solidFill>
              </a:defRPr>
            </a:lvl2pPr>
            <a:lvl3pPr lvl="2" algn="l">
              <a:buNone/>
              <a:defRPr>
                <a:solidFill>
                  <a:schemeClr val="lt1"/>
                </a:solidFill>
              </a:defRPr>
            </a:lvl3pPr>
            <a:lvl4pPr lvl="3" algn="l">
              <a:buNone/>
              <a:defRPr>
                <a:solidFill>
                  <a:schemeClr val="lt1"/>
                </a:solidFill>
              </a:defRPr>
            </a:lvl4pPr>
            <a:lvl5pPr lvl="4" algn="l">
              <a:buNone/>
              <a:defRPr>
                <a:solidFill>
                  <a:schemeClr val="lt1"/>
                </a:solidFill>
              </a:defRPr>
            </a:lvl5pPr>
            <a:lvl6pPr lvl="5" algn="l">
              <a:buNone/>
              <a:defRPr>
                <a:solidFill>
                  <a:schemeClr val="lt1"/>
                </a:solidFill>
              </a:defRPr>
            </a:lvl6pPr>
            <a:lvl7pPr lvl="6" algn="l">
              <a:buNone/>
              <a:defRPr>
                <a:solidFill>
                  <a:schemeClr val="lt1"/>
                </a:solidFill>
              </a:defRPr>
            </a:lvl7pPr>
            <a:lvl8pPr lvl="7" algn="l">
              <a:buNone/>
              <a:defRPr>
                <a:solidFill>
                  <a:schemeClr val="lt1"/>
                </a:solidFill>
              </a:defRPr>
            </a:lvl8pPr>
            <a:lvl9pPr lvl="8" algn="l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L Cover | Dark gradient + mountain">
  <p:cSld name="CUSTOM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5" title="Background graphic.png"/>
          <p:cNvPicPr preferRelativeResize="0"/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-278775"/>
            <a:ext cx="18288000" cy="1056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5" title="Group 194 (2).png"/>
          <p:cNvPicPr preferRelativeResize="0"/>
          <p:nvPr/>
        </p:nvPicPr>
        <p:blipFill rotWithShape="1">
          <a:blip r:embed="rId4">
            <a:alphaModFix/>
          </a:blip>
          <a:srcRect b="50" l="0" r="0" t="50"/>
          <a:stretch/>
        </p:blipFill>
        <p:spPr>
          <a:xfrm>
            <a:off x="762000" y="762000"/>
            <a:ext cx="2335750" cy="9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5"/>
          <p:cNvSpPr txBox="1"/>
          <p:nvPr>
            <p:ph idx="12" type="sldNum"/>
          </p:nvPr>
        </p:nvSpPr>
        <p:spPr>
          <a:xfrm>
            <a:off x="762000" y="9715400"/>
            <a:ext cx="321000" cy="571500"/>
          </a:xfrm>
          <a:prstGeom prst="rect">
            <a:avLst/>
          </a:prstGeom>
        </p:spPr>
        <p:txBody>
          <a:bodyPr anchorCtr="0" anchor="ctr" bIns="182850" lIns="0" spcFirstLastPara="1" rIns="0" wrap="square" tIns="182850">
            <a:noAutofit/>
          </a:bodyPr>
          <a:lstStyle>
            <a:lvl1pPr lvl="0" algn="l">
              <a:buNone/>
              <a:defRPr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  <a:lvl2pPr lvl="1" algn="l">
              <a:buNone/>
              <a:defRPr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2pPr>
            <a:lvl3pPr lvl="2" algn="l">
              <a:buNone/>
              <a:defRPr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3pPr>
            <a:lvl4pPr lvl="3" algn="l">
              <a:buNone/>
              <a:defRPr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4pPr>
            <a:lvl5pPr lvl="4" algn="l">
              <a:buNone/>
              <a:defRPr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5pPr>
            <a:lvl6pPr lvl="5" algn="l">
              <a:buNone/>
              <a:defRPr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6pPr>
            <a:lvl7pPr lvl="6" algn="l">
              <a:buNone/>
              <a:defRPr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7pPr>
            <a:lvl8pPr lvl="7" algn="l">
              <a:buNone/>
              <a:defRPr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8pPr>
            <a:lvl9pPr lvl="8" algn="l">
              <a:buNone/>
              <a:defRPr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L Cover | Light gradient + mountain">
  <p:cSld name="CUSTOM_1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Background graphic.png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0" y="-278775"/>
            <a:ext cx="18288000" cy="1056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7" title="Group 194 (1).png"/>
          <p:cNvPicPr preferRelativeResize="0"/>
          <p:nvPr/>
        </p:nvPicPr>
        <p:blipFill rotWithShape="1">
          <a:blip r:embed="rId4">
            <a:alphaModFix/>
          </a:blip>
          <a:srcRect b="50" l="0" r="0" t="50"/>
          <a:stretch/>
        </p:blipFill>
        <p:spPr>
          <a:xfrm>
            <a:off x="762000" y="762000"/>
            <a:ext cx="2335750" cy="94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L Blanc grey">
  <p:cSld name="CUSTOM_1_3">
    <p:bg>
      <p:bgPr>
        <a:solidFill>
          <a:schemeClr val="lt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8"/>
          <p:cNvSpPr txBox="1"/>
          <p:nvPr>
            <p:ph type="title"/>
          </p:nvPr>
        </p:nvSpPr>
        <p:spPr>
          <a:xfrm>
            <a:off x="762000" y="762000"/>
            <a:ext cx="16764000" cy="14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16" name="Google Shape;116;p28"/>
          <p:cNvSpPr txBox="1"/>
          <p:nvPr>
            <p:ph idx="1" type="subTitle"/>
          </p:nvPr>
        </p:nvSpPr>
        <p:spPr>
          <a:xfrm>
            <a:off x="761950" y="9715650"/>
            <a:ext cx="1676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0" spcFirstLastPara="1" rIns="0" wrap="square" tIns="18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pic>
        <p:nvPicPr>
          <p:cNvPr id="117" name="Google Shape;117;p28" title="Vector (3)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662681" y="9811916"/>
            <a:ext cx="483050" cy="3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L Blanc white">
  <p:cSld name="CUSTOM_1"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9"/>
          <p:cNvSpPr txBox="1"/>
          <p:nvPr>
            <p:ph idx="1" type="subTitle"/>
          </p:nvPr>
        </p:nvSpPr>
        <p:spPr>
          <a:xfrm>
            <a:off x="762150" y="9715650"/>
            <a:ext cx="1676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0" spcFirstLastPara="1" rIns="0" wrap="square" tIns="18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0" name="Google Shape;120;p29"/>
          <p:cNvSpPr txBox="1"/>
          <p:nvPr>
            <p:ph type="title"/>
          </p:nvPr>
        </p:nvSpPr>
        <p:spPr>
          <a:xfrm>
            <a:off x="762000" y="762000"/>
            <a:ext cx="16764000" cy="14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pic>
        <p:nvPicPr>
          <p:cNvPr id="121" name="Google Shape;121;p29" title="Vector (3)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662681" y="9811916"/>
            <a:ext cx="483050" cy="3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L Light gradient + mountain">
  <p:cSld name="CUSTOM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30" title="Background graphic.png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0" y="-278775"/>
            <a:ext cx="18288000" cy="1056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0"/>
          <p:cNvSpPr txBox="1"/>
          <p:nvPr>
            <p:ph type="title"/>
          </p:nvPr>
        </p:nvSpPr>
        <p:spPr>
          <a:xfrm>
            <a:off x="762000" y="762000"/>
            <a:ext cx="16764000" cy="14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25" name="Google Shape;125;p30"/>
          <p:cNvSpPr txBox="1"/>
          <p:nvPr>
            <p:ph idx="1" type="subTitle"/>
          </p:nvPr>
        </p:nvSpPr>
        <p:spPr>
          <a:xfrm>
            <a:off x="761950" y="9715400"/>
            <a:ext cx="167640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0" spcFirstLastPara="1" rIns="0" wrap="square" tIns="18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6" name="Google Shape;126;p30" title="Vector (3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62681" y="9811916"/>
            <a:ext cx="483050" cy="3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L Cover | Dark gradient + mountain">
  <p:cSld name="CUSTOM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31" title="Background graphic.png"/>
          <p:cNvPicPr preferRelativeResize="0"/>
          <p:nvPr/>
        </p:nvPicPr>
        <p:blipFill rotWithShape="1">
          <a:blip r:embed="rId3">
            <a:alphaModFix amt="30000"/>
          </a:blip>
          <a:srcRect b="0" l="0" r="0" t="0"/>
          <a:stretch/>
        </p:blipFill>
        <p:spPr>
          <a:xfrm>
            <a:off x="0" y="-278775"/>
            <a:ext cx="18288000" cy="1056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31" title="Group 194 (2).png"/>
          <p:cNvPicPr preferRelativeResize="0"/>
          <p:nvPr/>
        </p:nvPicPr>
        <p:blipFill rotWithShape="1">
          <a:blip r:embed="rId4">
            <a:alphaModFix/>
          </a:blip>
          <a:srcRect b="50" l="0" r="0" t="50"/>
          <a:stretch/>
        </p:blipFill>
        <p:spPr>
          <a:xfrm>
            <a:off x="762000" y="762000"/>
            <a:ext cx="2335750" cy="9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/>
          <p:cNvSpPr txBox="1"/>
          <p:nvPr>
            <p:ph idx="12" type="sldNum"/>
          </p:nvPr>
        </p:nvSpPr>
        <p:spPr>
          <a:xfrm>
            <a:off x="762000" y="9715400"/>
            <a:ext cx="32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0" spcFirstLastPara="1" rIns="0" wrap="square" tIns="1828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33" name="Google Shape;133;p32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34" name="Google Shape;134;p3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0" spcFirstLastPara="1" rIns="0" wrap="square" tIns="1828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L Cover | Dark gradient 1">
  <p:cSld name="CUSTOM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3" title="Group 194 (2).png"/>
          <p:cNvPicPr preferRelativeResize="0"/>
          <p:nvPr/>
        </p:nvPicPr>
        <p:blipFill rotWithShape="1">
          <a:blip r:embed="rId3">
            <a:alphaModFix/>
          </a:blip>
          <a:srcRect b="50" l="0" r="0" t="50"/>
          <a:stretch/>
        </p:blipFill>
        <p:spPr>
          <a:xfrm>
            <a:off x="762000" y="762000"/>
            <a:ext cx="2335750" cy="9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3"/>
          <p:cNvSpPr txBox="1"/>
          <p:nvPr>
            <p:ph idx="12" type="sldNum"/>
          </p:nvPr>
        </p:nvSpPr>
        <p:spPr>
          <a:xfrm>
            <a:off x="762000" y="9715400"/>
            <a:ext cx="32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0" spcFirstLastPara="1" rIns="0" wrap="square" tIns="18285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Geist Mono"/>
                <a:ea typeface="Geist Mono"/>
                <a:cs typeface="Geist Mono"/>
                <a:sym typeface="Geist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L Light gradient 2">
  <p:cSld name="CUSTOM_1_2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4"/>
          <p:cNvSpPr/>
          <p:nvPr/>
        </p:nvSpPr>
        <p:spPr>
          <a:xfrm>
            <a:off x="9239250" y="0"/>
            <a:ext cx="9048600" cy="10287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3600000" dist="95250">
              <a:schemeClr val="dk1">
                <a:alpha val="149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4"/>
          <p:cNvSpPr txBox="1"/>
          <p:nvPr>
            <p:ph type="title"/>
          </p:nvPr>
        </p:nvSpPr>
        <p:spPr>
          <a:xfrm>
            <a:off x="762000" y="762000"/>
            <a:ext cx="8286600" cy="14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41" name="Google Shape;141;p34"/>
          <p:cNvSpPr txBox="1"/>
          <p:nvPr>
            <p:ph idx="1" type="subTitle"/>
          </p:nvPr>
        </p:nvSpPr>
        <p:spPr>
          <a:xfrm>
            <a:off x="762000" y="9715400"/>
            <a:ext cx="82866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0" spcFirstLastPara="1" rIns="0" wrap="square" tIns="18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pic>
        <p:nvPicPr>
          <p:cNvPr id="142" name="Google Shape;142;p34" title="Vector (3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62681" y="9811916"/>
            <a:ext cx="483050" cy="3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L Light gradient">
  <p:cSld name="CUSTOM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5"/>
          <p:cNvSpPr txBox="1"/>
          <p:nvPr>
            <p:ph type="title"/>
          </p:nvPr>
        </p:nvSpPr>
        <p:spPr>
          <a:xfrm>
            <a:off x="762000" y="762000"/>
            <a:ext cx="16764000" cy="14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45" name="Google Shape;145;p35"/>
          <p:cNvSpPr txBox="1"/>
          <p:nvPr>
            <p:ph idx="1" type="subTitle"/>
          </p:nvPr>
        </p:nvSpPr>
        <p:spPr>
          <a:xfrm>
            <a:off x="762050" y="9715400"/>
            <a:ext cx="167640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0" spcFirstLastPara="1" rIns="0" wrap="square" tIns="18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pic>
        <p:nvPicPr>
          <p:cNvPr id="146" name="Google Shape;146;p35" title="Vector (3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62681" y="9811916"/>
            <a:ext cx="483050" cy="3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L Cover | Dark gradient">
  <p:cSld name="CUSTOM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6" title="Group 194 (2).png"/>
          <p:cNvPicPr preferRelativeResize="0"/>
          <p:nvPr/>
        </p:nvPicPr>
        <p:blipFill rotWithShape="1">
          <a:blip r:embed="rId3">
            <a:alphaModFix/>
          </a:blip>
          <a:srcRect b="50" l="0" r="0" t="50"/>
          <a:stretch/>
        </p:blipFill>
        <p:spPr>
          <a:xfrm>
            <a:off x="762000" y="762000"/>
            <a:ext cx="2335750" cy="94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L Light gradient 3">
  <p:cSld name="CUSTOM_1_2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7"/>
          <p:cNvSpPr/>
          <p:nvPr/>
        </p:nvSpPr>
        <p:spPr>
          <a:xfrm>
            <a:off x="6413500" y="0"/>
            <a:ext cx="11874600" cy="10287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3600000" dist="95250">
              <a:schemeClr val="dk1">
                <a:alpha val="149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7"/>
          <p:cNvSpPr txBox="1"/>
          <p:nvPr>
            <p:ph type="title"/>
          </p:nvPr>
        </p:nvSpPr>
        <p:spPr>
          <a:xfrm>
            <a:off x="762000" y="762000"/>
            <a:ext cx="5460900" cy="14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52" name="Google Shape;152;p37"/>
          <p:cNvSpPr txBox="1"/>
          <p:nvPr>
            <p:ph idx="1" type="subTitle"/>
          </p:nvPr>
        </p:nvSpPr>
        <p:spPr>
          <a:xfrm>
            <a:off x="762000" y="9722550"/>
            <a:ext cx="54609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0" spcFirstLastPara="1" rIns="0" wrap="square" tIns="18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3" name="Google Shape;153;p37" title="Vector (3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62681" y="9811916"/>
            <a:ext cx="483050" cy="3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L Light gradient 4">
  <p:cSld name="CUSTOM_1_2_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8"/>
          <p:cNvSpPr/>
          <p:nvPr/>
        </p:nvSpPr>
        <p:spPr>
          <a:xfrm>
            <a:off x="150" y="0"/>
            <a:ext cx="18288000" cy="9715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rotWithShape="0" algn="bl" dir="3600000" dist="95250">
              <a:schemeClr val="dk1">
                <a:alpha val="149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8"/>
          <p:cNvSpPr txBox="1"/>
          <p:nvPr>
            <p:ph type="title"/>
          </p:nvPr>
        </p:nvSpPr>
        <p:spPr>
          <a:xfrm>
            <a:off x="762000" y="762000"/>
            <a:ext cx="16764000" cy="14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57" name="Google Shape;157;p38"/>
          <p:cNvSpPr txBox="1"/>
          <p:nvPr>
            <p:ph idx="1" type="subTitle"/>
          </p:nvPr>
        </p:nvSpPr>
        <p:spPr>
          <a:xfrm>
            <a:off x="762150" y="9715650"/>
            <a:ext cx="1676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0" spcFirstLastPara="1" rIns="0" wrap="square" tIns="18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38" title="Vector (3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62681" y="9811916"/>
            <a:ext cx="483050" cy="3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L Cover | Light gradient">
  <p:cSld name="CUSTOM_1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9" title="Group 194 (1).png"/>
          <p:cNvPicPr preferRelativeResize="0"/>
          <p:nvPr/>
        </p:nvPicPr>
        <p:blipFill rotWithShape="1">
          <a:blip r:embed="rId3">
            <a:alphaModFix/>
          </a:blip>
          <a:srcRect b="50" l="0" r="0" t="50"/>
          <a:stretch/>
        </p:blipFill>
        <p:spPr>
          <a:xfrm>
            <a:off x="762000" y="762000"/>
            <a:ext cx="2335750" cy="94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_Grey_2">
  <p:cSld name="CUSTOM_3"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0"/>
          <p:cNvSpPr txBox="1"/>
          <p:nvPr>
            <p:ph type="title"/>
          </p:nvPr>
        </p:nvSpPr>
        <p:spPr>
          <a:xfrm>
            <a:off x="1077026" y="1327287"/>
            <a:ext cx="160938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"/>
              <a:buNone/>
              <a:defRPr b="1" i="0" sz="4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  <a:defRPr b="1" i="0" sz="22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  <a:defRPr b="1" i="0" sz="22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  <a:defRPr b="1" i="0" sz="22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  <a:defRPr b="1" i="0" sz="22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  <a:defRPr b="1" i="0" sz="22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  <a:defRPr b="1" i="0" sz="22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  <a:defRPr b="1" i="0" sz="22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  <a:defRPr b="1" i="0" sz="22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63" name="Google Shape;163;p40"/>
          <p:cNvSpPr/>
          <p:nvPr/>
        </p:nvSpPr>
        <p:spPr>
          <a:xfrm>
            <a:off x="759950" y="9542475"/>
            <a:ext cx="391500" cy="4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57350" lIns="57350" spcFirstLastPara="1" rIns="57350" wrap="square" tIns="103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CCE"/>
              </a:buClr>
              <a:buSzPts val="1400"/>
              <a:buFont typeface="Noto Sans Symbols"/>
              <a:buNone/>
            </a:pPr>
            <a:fld id="{00000000-1234-1234-1234-123412341234}" type="slidenum">
              <a:rPr b="1" i="0" lang="en" sz="1400" u="none" cap="none" strike="noStrike">
                <a:solidFill>
                  <a:srgbClr val="A9B3B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‹#›</a:t>
            </a:fld>
            <a:endParaRPr b="1" i="0" sz="1400" u="none" cap="none" strike="noStrike">
              <a:solidFill>
                <a:srgbClr val="A9B3B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CCE"/>
              </a:buClr>
              <a:buSzPts val="14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A9B3B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4" name="Google Shape;164;p40"/>
          <p:cNvSpPr/>
          <p:nvPr/>
        </p:nvSpPr>
        <p:spPr>
          <a:xfrm>
            <a:off x="17297375" y="9596940"/>
            <a:ext cx="511064" cy="401343"/>
          </a:xfrm>
          <a:custGeom>
            <a:rect b="b" l="l" r="r" t="t"/>
            <a:pathLst>
              <a:path extrusionOk="0" h="209033" w="266179">
                <a:moveTo>
                  <a:pt x="188674" y="11975"/>
                </a:moveTo>
                <a:lnTo>
                  <a:pt x="213204" y="58589"/>
                </a:lnTo>
                <a:lnTo>
                  <a:pt x="200188" y="68245"/>
                </a:lnTo>
                <a:lnTo>
                  <a:pt x="168743" y="45933"/>
                </a:lnTo>
                <a:lnTo>
                  <a:pt x="188674" y="11975"/>
                </a:lnTo>
                <a:close/>
                <a:moveTo>
                  <a:pt x="252086" y="43910"/>
                </a:moveTo>
                <a:lnTo>
                  <a:pt x="225045" y="71148"/>
                </a:lnTo>
                <a:lnTo>
                  <a:pt x="211246" y="70039"/>
                </a:lnTo>
                <a:lnTo>
                  <a:pt x="246476" y="43910"/>
                </a:lnTo>
                <a:close/>
                <a:moveTo>
                  <a:pt x="12266" y="129701"/>
                </a:moveTo>
                <a:lnTo>
                  <a:pt x="36926" y="132832"/>
                </a:lnTo>
                <a:lnTo>
                  <a:pt x="59728" y="183425"/>
                </a:lnTo>
                <a:lnTo>
                  <a:pt x="54802" y="196147"/>
                </a:lnTo>
                <a:lnTo>
                  <a:pt x="12266" y="129701"/>
                </a:lnTo>
                <a:close/>
                <a:moveTo>
                  <a:pt x="180453" y="10084"/>
                </a:moveTo>
                <a:lnTo>
                  <a:pt x="69448" y="199344"/>
                </a:lnTo>
                <a:cubicBezTo>
                  <a:pt x="68861" y="200355"/>
                  <a:pt x="67785" y="200975"/>
                  <a:pt x="66610" y="200975"/>
                </a:cubicBezTo>
                <a:lnTo>
                  <a:pt x="61587" y="200975"/>
                </a:lnTo>
                <a:lnTo>
                  <a:pt x="127968" y="29231"/>
                </a:lnTo>
                <a:cubicBezTo>
                  <a:pt x="129371" y="25611"/>
                  <a:pt x="132404" y="22871"/>
                  <a:pt x="136156" y="21859"/>
                </a:cubicBezTo>
                <a:lnTo>
                  <a:pt x="180453" y="10084"/>
                </a:lnTo>
                <a:close/>
                <a:moveTo>
                  <a:pt x="187801" y="1"/>
                </a:moveTo>
                <a:cubicBezTo>
                  <a:pt x="187290" y="1"/>
                  <a:pt x="186773" y="65"/>
                  <a:pt x="186260" y="200"/>
                </a:cubicBezTo>
                <a:lnTo>
                  <a:pt x="134329" y="14031"/>
                </a:lnTo>
                <a:cubicBezTo>
                  <a:pt x="127936" y="15727"/>
                  <a:pt x="122749" y="20391"/>
                  <a:pt x="120368" y="26557"/>
                </a:cubicBezTo>
                <a:lnTo>
                  <a:pt x="63805" y="172889"/>
                </a:lnTo>
                <a:lnTo>
                  <a:pt x="43320" y="127450"/>
                </a:lnTo>
                <a:cubicBezTo>
                  <a:pt x="42765" y="126178"/>
                  <a:pt x="41558" y="125297"/>
                  <a:pt x="40156" y="125101"/>
                </a:cubicBezTo>
                <a:lnTo>
                  <a:pt x="4763" y="120665"/>
                </a:lnTo>
                <a:cubicBezTo>
                  <a:pt x="4592" y="120643"/>
                  <a:pt x="4422" y="120633"/>
                  <a:pt x="4253" y="120633"/>
                </a:cubicBezTo>
                <a:cubicBezTo>
                  <a:pt x="2877" y="120633"/>
                  <a:pt x="1604" y="121329"/>
                  <a:pt x="849" y="122492"/>
                </a:cubicBezTo>
                <a:cubicBezTo>
                  <a:pt x="1" y="123829"/>
                  <a:pt x="33" y="125493"/>
                  <a:pt x="881" y="126830"/>
                </a:cubicBezTo>
                <a:lnTo>
                  <a:pt x="51116" y="205281"/>
                </a:lnTo>
                <a:cubicBezTo>
                  <a:pt x="52616" y="207597"/>
                  <a:pt x="55193" y="209032"/>
                  <a:pt x="57933" y="209032"/>
                </a:cubicBezTo>
                <a:lnTo>
                  <a:pt x="70786" y="209032"/>
                </a:lnTo>
                <a:cubicBezTo>
                  <a:pt x="72221" y="209032"/>
                  <a:pt x="73558" y="208249"/>
                  <a:pt x="74276" y="207042"/>
                </a:cubicBezTo>
                <a:lnTo>
                  <a:pt x="164665" y="52881"/>
                </a:lnTo>
                <a:lnTo>
                  <a:pt x="195556" y="74769"/>
                </a:lnTo>
                <a:cubicBezTo>
                  <a:pt x="197709" y="76302"/>
                  <a:pt x="200221" y="77215"/>
                  <a:pt x="202863" y="77444"/>
                </a:cubicBezTo>
                <a:lnTo>
                  <a:pt x="226284" y="79336"/>
                </a:lnTo>
                <a:lnTo>
                  <a:pt x="226578" y="79336"/>
                </a:lnTo>
                <a:cubicBezTo>
                  <a:pt x="227654" y="79336"/>
                  <a:pt x="228698" y="78911"/>
                  <a:pt x="229448" y="78161"/>
                </a:cubicBezTo>
                <a:lnTo>
                  <a:pt x="264612" y="42736"/>
                </a:lnTo>
                <a:cubicBezTo>
                  <a:pt x="265983" y="41333"/>
                  <a:pt x="266178" y="39148"/>
                  <a:pt x="264971" y="37484"/>
                </a:cubicBezTo>
                <a:cubicBezTo>
                  <a:pt x="264221" y="36440"/>
                  <a:pt x="262949" y="35853"/>
                  <a:pt x="261644" y="35853"/>
                </a:cubicBezTo>
                <a:lnTo>
                  <a:pt x="245138" y="35853"/>
                </a:lnTo>
                <a:cubicBezTo>
                  <a:pt x="244290" y="35853"/>
                  <a:pt x="243442" y="36147"/>
                  <a:pt x="242757" y="36669"/>
                </a:cubicBezTo>
                <a:lnTo>
                  <a:pt x="219728" y="53729"/>
                </a:lnTo>
                <a:lnTo>
                  <a:pt x="193175" y="3233"/>
                </a:lnTo>
                <a:cubicBezTo>
                  <a:pt x="192115" y="1218"/>
                  <a:pt x="190020" y="1"/>
                  <a:pt x="187801" y="1"/>
                </a:cubicBezTo>
                <a:close/>
              </a:path>
            </a:pathLst>
          </a:custGeom>
          <a:solidFill>
            <a:srgbClr val="A9B3B8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p40"/>
          <p:cNvCxnSpPr/>
          <p:nvPr/>
        </p:nvCxnSpPr>
        <p:spPr>
          <a:xfrm flipH="1">
            <a:off x="801176" y="697625"/>
            <a:ext cx="135000" cy="214200"/>
          </a:xfrm>
          <a:prstGeom prst="straightConnector1">
            <a:avLst/>
          </a:prstGeom>
          <a:noFill/>
          <a:ln cap="flat" cmpd="sng" w="28575">
            <a:solidFill>
              <a:srgbClr val="A9B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40"/>
          <p:cNvSpPr txBox="1"/>
          <p:nvPr>
            <p:ph idx="2" type="title"/>
          </p:nvPr>
        </p:nvSpPr>
        <p:spPr>
          <a:xfrm>
            <a:off x="1077025" y="675011"/>
            <a:ext cx="160938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3B8"/>
              </a:buClr>
              <a:buSzPts val="1800"/>
              <a:buFont typeface="Montserrat Medium"/>
              <a:buNone/>
              <a:defRPr b="0" i="0" sz="1800" u="none" cap="none" strike="noStrike">
                <a:solidFill>
                  <a:srgbClr val="A9B3B8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3B8"/>
              </a:buClr>
              <a:buSzPts val="2400"/>
              <a:buNone/>
              <a:defRPr i="0" sz="2400" u="none" cap="none" strike="noStrike">
                <a:solidFill>
                  <a:srgbClr val="A9B3B8"/>
                </a:solidFill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3B8"/>
              </a:buClr>
              <a:buSzPts val="2400"/>
              <a:buNone/>
              <a:defRPr i="0" sz="2400" u="none" cap="none" strike="noStrike">
                <a:solidFill>
                  <a:srgbClr val="A9B3B8"/>
                </a:solidFill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3B8"/>
              </a:buClr>
              <a:buSzPts val="2400"/>
              <a:buNone/>
              <a:defRPr i="0" sz="2400" u="none" cap="none" strike="noStrike">
                <a:solidFill>
                  <a:srgbClr val="A9B3B8"/>
                </a:solidFill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3B8"/>
              </a:buClr>
              <a:buSzPts val="2400"/>
              <a:buNone/>
              <a:defRPr i="0" sz="2400" u="none" cap="none" strike="noStrike">
                <a:solidFill>
                  <a:srgbClr val="A9B3B8"/>
                </a:solidFill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3B8"/>
              </a:buClr>
              <a:buSzPts val="2400"/>
              <a:buNone/>
              <a:defRPr i="0" sz="2400" u="none" cap="none" strike="noStrike">
                <a:solidFill>
                  <a:srgbClr val="A9B3B8"/>
                </a:solidFill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3B8"/>
              </a:buClr>
              <a:buSzPts val="2400"/>
              <a:buNone/>
              <a:defRPr i="0" sz="2400" u="none" cap="none" strike="noStrike">
                <a:solidFill>
                  <a:srgbClr val="A9B3B8"/>
                </a:solidFill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3B8"/>
              </a:buClr>
              <a:buSzPts val="2400"/>
              <a:buNone/>
              <a:defRPr i="0" sz="2400" u="none" cap="none" strike="noStrike">
                <a:solidFill>
                  <a:srgbClr val="A9B3B8"/>
                </a:solidFill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B3B8"/>
              </a:buClr>
              <a:buSzPts val="2400"/>
              <a:buNone/>
              <a:defRPr i="0" sz="2400" u="none" cap="none" strike="noStrike">
                <a:solidFill>
                  <a:srgbClr val="A9B3B8"/>
                </a:solidFill>
              </a:defRPr>
            </a:lvl9pPr>
          </a:lstStyle>
          <a:p/>
        </p:txBody>
      </p:sp>
      <p:sp>
        <p:nvSpPr>
          <p:cNvPr id="167" name="Google Shape;167;p40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Geist Medium"/>
                <a:ea typeface="Geist Medium"/>
                <a:cs typeface="Geist Medium"/>
                <a:sym typeface="Geist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Geist Medium"/>
                <a:ea typeface="Geist Medium"/>
                <a:cs typeface="Geist Medium"/>
                <a:sym typeface="Geist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Geist Medium"/>
                <a:ea typeface="Geist Medium"/>
                <a:cs typeface="Geist Medium"/>
                <a:sym typeface="Geist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Geist Medium"/>
                <a:ea typeface="Geist Medium"/>
                <a:cs typeface="Geist Medium"/>
                <a:sym typeface="Geist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Geist Medium"/>
                <a:ea typeface="Geist Medium"/>
                <a:cs typeface="Geist Medium"/>
                <a:sym typeface="Geist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Geist Medium"/>
                <a:ea typeface="Geist Medium"/>
                <a:cs typeface="Geist Medium"/>
                <a:sym typeface="Geist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Geist Medium"/>
                <a:ea typeface="Geist Medium"/>
                <a:cs typeface="Geist Medium"/>
                <a:sym typeface="Geist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Geist Medium"/>
                <a:ea typeface="Geist Medium"/>
                <a:cs typeface="Geist Medium"/>
                <a:sym typeface="Geist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Geist Medium"/>
                <a:ea typeface="Geist Medium"/>
                <a:cs typeface="Geist Medium"/>
                <a:sym typeface="Geist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idx="1" type="body"/>
          </p:nvPr>
        </p:nvSpPr>
        <p:spPr>
          <a:xfrm>
            <a:off x="762000" y="2392100"/>
            <a:ext cx="16764000" cy="7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eist Medium"/>
              <a:buChar char="●"/>
              <a:defRPr sz="3600">
                <a:solidFill>
                  <a:schemeClr val="dk1"/>
                </a:solidFill>
                <a:latin typeface="Geist Medium"/>
                <a:ea typeface="Geist Medium"/>
                <a:cs typeface="Geist Medium"/>
                <a:sym typeface="Geist Medium"/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ist Medium"/>
              <a:buChar char="○"/>
              <a:defRPr sz="2800">
                <a:solidFill>
                  <a:schemeClr val="dk1"/>
                </a:solidFill>
                <a:latin typeface="Geist Medium"/>
                <a:ea typeface="Geist Medium"/>
                <a:cs typeface="Geist Medium"/>
                <a:sym typeface="Geist Medium"/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ist Medium"/>
              <a:buChar char="■"/>
              <a:defRPr sz="2800">
                <a:solidFill>
                  <a:schemeClr val="dk1"/>
                </a:solidFill>
                <a:latin typeface="Geist Medium"/>
                <a:ea typeface="Geist Medium"/>
                <a:cs typeface="Geist Medium"/>
                <a:sym typeface="Geist Medium"/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ist Medium"/>
              <a:buChar char="●"/>
              <a:defRPr sz="2800">
                <a:solidFill>
                  <a:schemeClr val="dk1"/>
                </a:solidFill>
                <a:latin typeface="Geist Medium"/>
                <a:ea typeface="Geist Medium"/>
                <a:cs typeface="Geist Medium"/>
                <a:sym typeface="Geist Medium"/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ist Medium"/>
              <a:buChar char="○"/>
              <a:defRPr sz="2800">
                <a:solidFill>
                  <a:schemeClr val="dk1"/>
                </a:solidFill>
                <a:latin typeface="Geist Medium"/>
                <a:ea typeface="Geist Medium"/>
                <a:cs typeface="Geist Medium"/>
                <a:sym typeface="Geist Medium"/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ist Medium"/>
              <a:buChar char="■"/>
              <a:defRPr sz="2800">
                <a:solidFill>
                  <a:schemeClr val="dk1"/>
                </a:solidFill>
                <a:latin typeface="Geist Medium"/>
                <a:ea typeface="Geist Medium"/>
                <a:cs typeface="Geist Medium"/>
                <a:sym typeface="Geist Medium"/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ist Medium"/>
              <a:buChar char="●"/>
              <a:defRPr sz="2800">
                <a:solidFill>
                  <a:schemeClr val="dk1"/>
                </a:solidFill>
                <a:latin typeface="Geist Medium"/>
                <a:ea typeface="Geist Medium"/>
                <a:cs typeface="Geist Medium"/>
                <a:sym typeface="Geist Medium"/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ist Medium"/>
              <a:buChar char="○"/>
              <a:defRPr sz="2800">
                <a:solidFill>
                  <a:schemeClr val="dk1"/>
                </a:solidFill>
                <a:latin typeface="Geist Medium"/>
                <a:ea typeface="Geist Medium"/>
                <a:cs typeface="Geist Medium"/>
                <a:sym typeface="Geist Medium"/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ist Medium"/>
              <a:buChar char="■"/>
              <a:defRPr sz="2800">
                <a:solidFill>
                  <a:schemeClr val="dk1"/>
                </a:solidFill>
                <a:latin typeface="Geist Medium"/>
                <a:ea typeface="Geist Medium"/>
                <a:cs typeface="Geist Medium"/>
                <a:sym typeface="Geist Medium"/>
              </a:defRPr>
            </a:lvl9pPr>
          </a:lstStyle>
          <a:p/>
        </p:txBody>
      </p:sp>
      <p:sp>
        <p:nvSpPr>
          <p:cNvPr id="53" name="Google Shape;53;p14"/>
          <p:cNvSpPr txBox="1"/>
          <p:nvPr>
            <p:ph type="title"/>
          </p:nvPr>
        </p:nvSpPr>
        <p:spPr>
          <a:xfrm>
            <a:off x="762000" y="762000"/>
            <a:ext cx="16764000" cy="14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ist SemiBold"/>
              <a:buNone/>
              <a:defRPr sz="4000">
                <a:solidFill>
                  <a:schemeClr val="dk1"/>
                </a:solidFill>
                <a:latin typeface="Geist SemiBold"/>
                <a:ea typeface="Geist SemiBold"/>
                <a:cs typeface="Geist SemiBold"/>
                <a:sym typeface="Ge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ist Mono SemiBold"/>
              <a:buNone/>
              <a:defRPr sz="4000">
                <a:solidFill>
                  <a:schemeClr val="dk1"/>
                </a:solidFill>
                <a:latin typeface="Geist Mono SemiBold"/>
                <a:ea typeface="Geist Mono SemiBold"/>
                <a:cs typeface="Geist Mono SemiBold"/>
                <a:sym typeface="Geist Mon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ist Mono SemiBold"/>
              <a:buNone/>
              <a:defRPr sz="4000">
                <a:solidFill>
                  <a:schemeClr val="dk1"/>
                </a:solidFill>
                <a:latin typeface="Geist Mono SemiBold"/>
                <a:ea typeface="Geist Mono SemiBold"/>
                <a:cs typeface="Geist Mono SemiBold"/>
                <a:sym typeface="Geist Mon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ist Mono SemiBold"/>
              <a:buNone/>
              <a:defRPr sz="4000">
                <a:solidFill>
                  <a:schemeClr val="dk1"/>
                </a:solidFill>
                <a:latin typeface="Geist Mono SemiBold"/>
                <a:ea typeface="Geist Mono SemiBold"/>
                <a:cs typeface="Geist Mono SemiBold"/>
                <a:sym typeface="Geist Mon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ist Mono SemiBold"/>
              <a:buNone/>
              <a:defRPr sz="4000">
                <a:solidFill>
                  <a:schemeClr val="dk1"/>
                </a:solidFill>
                <a:latin typeface="Geist Mono SemiBold"/>
                <a:ea typeface="Geist Mono SemiBold"/>
                <a:cs typeface="Geist Mono SemiBold"/>
                <a:sym typeface="Geist Mon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ist Mono SemiBold"/>
              <a:buNone/>
              <a:defRPr sz="4000">
                <a:solidFill>
                  <a:schemeClr val="dk1"/>
                </a:solidFill>
                <a:latin typeface="Geist Mono SemiBold"/>
                <a:ea typeface="Geist Mono SemiBold"/>
                <a:cs typeface="Geist Mono SemiBold"/>
                <a:sym typeface="Geist Mon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ist Mono SemiBold"/>
              <a:buNone/>
              <a:defRPr sz="4000">
                <a:solidFill>
                  <a:schemeClr val="dk1"/>
                </a:solidFill>
                <a:latin typeface="Geist Mono SemiBold"/>
                <a:ea typeface="Geist Mono SemiBold"/>
                <a:cs typeface="Geist Mono SemiBold"/>
                <a:sym typeface="Geist Mon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ist Mono SemiBold"/>
              <a:buNone/>
              <a:defRPr sz="4000">
                <a:solidFill>
                  <a:schemeClr val="dk1"/>
                </a:solidFill>
                <a:latin typeface="Geist Mono SemiBold"/>
                <a:ea typeface="Geist Mono SemiBold"/>
                <a:cs typeface="Geist Mono SemiBold"/>
                <a:sym typeface="Geist Mon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ist Mono SemiBold"/>
              <a:buNone/>
              <a:defRPr sz="4000">
                <a:solidFill>
                  <a:schemeClr val="dk1"/>
                </a:solidFill>
                <a:latin typeface="Geist Mono SemiBold"/>
                <a:ea typeface="Geist Mono SemiBold"/>
                <a:cs typeface="Geist Mono SemiBold"/>
                <a:sym typeface="Geist Mono SemiBold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762000" y="9715400"/>
            <a:ext cx="32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0" spcFirstLastPara="1" rIns="0" wrap="square" tIns="182850">
            <a:noAutofit/>
          </a:bodyPr>
          <a:lstStyle>
            <a:lvl1pPr lvl="0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1pPr>
            <a:lvl2pPr lvl="1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2pPr>
            <a:lvl3pPr lvl="2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3pPr>
            <a:lvl4pPr lvl="3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4pPr>
            <a:lvl5pPr lvl="4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5pPr>
            <a:lvl6pPr lvl="5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6pPr>
            <a:lvl7pPr lvl="6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7pPr>
            <a:lvl8pPr lvl="7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8pPr>
            <a:lvl9pPr lvl="8" algn="l">
              <a:buNone/>
              <a:defRPr>
                <a:solidFill>
                  <a:schemeClr val="dk1"/>
                </a:solidFill>
                <a:latin typeface="Geist Mono"/>
                <a:ea typeface="Geist Mono"/>
                <a:cs typeface="Geist Mono"/>
                <a:sym typeface="Geist Mon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80">
          <p15:clr>
            <a:srgbClr val="E46962"/>
          </p15:clr>
        </p15:guide>
        <p15:guide id="2" pos="11040">
          <p15:clr>
            <a:srgbClr val="E46962"/>
          </p15:clr>
        </p15:guide>
        <p15:guide id="3" orient="horz" pos="480">
          <p15:clr>
            <a:srgbClr val="E46962"/>
          </p15:clr>
        </p15:guide>
        <p15:guide id="4" pos="2140">
          <p15:clr>
            <a:srgbClr val="B7B7B7"/>
          </p15:clr>
        </p15:guide>
        <p15:guide id="5" pos="2260">
          <p15:clr>
            <a:srgbClr val="B7B7B7"/>
          </p15:clr>
        </p15:guide>
        <p15:guide id="6" pos="3920">
          <p15:clr>
            <a:srgbClr val="B7B7B7"/>
          </p15:clr>
        </p15:guide>
        <p15:guide id="7" pos="4040">
          <p15:clr>
            <a:srgbClr val="B7B7B7"/>
          </p15:clr>
        </p15:guide>
        <p15:guide id="8" pos="5700">
          <p15:clr>
            <a:srgbClr val="B7B7B7"/>
          </p15:clr>
        </p15:guide>
        <p15:guide id="9" pos="5820">
          <p15:clr>
            <a:srgbClr val="B7B7B7"/>
          </p15:clr>
        </p15:guide>
        <p15:guide id="10" pos="7480">
          <p15:clr>
            <a:srgbClr val="B7B7B7"/>
          </p15:clr>
        </p15:guide>
        <p15:guide id="11" pos="7600">
          <p15:clr>
            <a:srgbClr val="B7B7B7"/>
          </p15:clr>
        </p15:guide>
        <p15:guide id="12" pos="9260">
          <p15:clr>
            <a:srgbClr val="B7B7B7"/>
          </p15:clr>
        </p15:guide>
        <p15:guide id="13" pos="9380">
          <p15:clr>
            <a:srgbClr val="B7B7B7"/>
          </p15:clr>
        </p15:guide>
        <p15:guide id="14" orient="horz" pos="6120">
          <p15:clr>
            <a:srgbClr val="E46962"/>
          </p15:clr>
        </p15:guide>
        <p15:guide id="15" orient="horz" pos="2965">
          <p15:clr>
            <a:srgbClr val="B7B7B7"/>
          </p15:clr>
        </p15:guide>
        <p15:guide id="16" orient="horz" pos="3085">
          <p15:clr>
            <a:srgbClr val="B7B7B7"/>
          </p15:clr>
        </p15:guide>
        <p15:guide id="17" orient="horz" pos="4542">
          <p15:clr>
            <a:srgbClr val="B7B7B7"/>
          </p15:clr>
        </p15:guide>
        <p15:guide id="18" orient="horz" pos="4662">
          <p15:clr>
            <a:srgbClr val="B7B7B7"/>
          </p15:clr>
        </p15:guide>
        <p15:guide id="19" pos="3030">
          <p15:clr>
            <a:srgbClr val="B7B7B7"/>
          </p15:clr>
        </p15:guide>
        <p15:guide id="20" pos="3150">
          <p15:clr>
            <a:srgbClr val="B7B7B7"/>
          </p15:clr>
        </p15:guide>
        <p15:guide id="21" pos="8370">
          <p15:clr>
            <a:srgbClr val="B7B7B7"/>
          </p15:clr>
        </p15:guide>
        <p15:guide id="22" pos="8490">
          <p15:clr>
            <a:srgbClr val="B7B7B7"/>
          </p15:clr>
        </p15:guide>
        <p15:guide id="23" orient="horz" pos="3753">
          <p15:clr>
            <a:srgbClr val="B7B7B7"/>
          </p15:clr>
        </p15:guide>
        <p15:guide id="24" orient="horz" pos="3873">
          <p15:clr>
            <a:srgbClr val="B7B7B7"/>
          </p15:clr>
        </p15:guide>
        <p15:guide id="25" orient="horz" pos="1507">
          <p15:clr>
            <a:srgbClr val="E46962"/>
          </p15:clr>
        </p15:guide>
        <p15:guide id="26" orient="horz" pos="2296">
          <p15:clr>
            <a:srgbClr val="B7B7B7"/>
          </p15:clr>
        </p15:guide>
        <p15:guide id="27" orient="horz" pos="2176">
          <p15:clr>
            <a:srgbClr val="B7B7B7"/>
          </p15:clr>
        </p15:guide>
        <p15:guide id="28" orient="horz" pos="5331">
          <p15:clr>
            <a:srgbClr val="B7B7B7"/>
          </p15:clr>
        </p15:guide>
        <p15:guide id="29" orient="horz" pos="5451">
          <p15:clr>
            <a:srgbClr val="B7B7B7"/>
          </p15:clr>
        </p15:guide>
        <p15:guide id="30" pos="1250">
          <p15:clr>
            <a:srgbClr val="B7B7B7"/>
          </p15:clr>
        </p15:guide>
        <p15:guide id="31" pos="1370">
          <p15:clr>
            <a:srgbClr val="B7B7B7"/>
          </p15:clr>
        </p15:guide>
        <p15:guide id="32" pos="4810">
          <p15:clr>
            <a:srgbClr val="B7B7B7"/>
          </p15:clr>
        </p15:guide>
        <p15:guide id="33" pos="4930">
          <p15:clr>
            <a:srgbClr val="B7B7B7"/>
          </p15:clr>
        </p15:guide>
        <p15:guide id="34" pos="6590">
          <p15:clr>
            <a:srgbClr val="B7B7B7"/>
          </p15:clr>
        </p15:guide>
        <p15:guide id="35" pos="6710">
          <p15:clr>
            <a:srgbClr val="B7B7B7"/>
          </p15:clr>
        </p15:guide>
        <p15:guide id="36" pos="10150">
          <p15:clr>
            <a:srgbClr val="B7B7B7"/>
          </p15:clr>
        </p15:guide>
        <p15:guide id="37" pos="10270">
          <p15:clr>
            <a:srgbClr val="B7B7B7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idx="1" type="body"/>
          </p:nvPr>
        </p:nvSpPr>
        <p:spPr>
          <a:xfrm>
            <a:off x="762000" y="2392100"/>
            <a:ext cx="16764000" cy="7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eist Medium"/>
              <a:buChar char="●"/>
              <a:defRPr b="0" i="0" sz="3600" u="none" cap="none" strike="noStrike">
                <a:solidFill>
                  <a:schemeClr val="dk1"/>
                </a:solidFill>
                <a:latin typeface="Geist Medium"/>
                <a:ea typeface="Geist Medium"/>
                <a:cs typeface="Geist Medium"/>
                <a:sym typeface="Geist Medium"/>
              </a:defRPr>
            </a:lvl1pPr>
            <a:lvl2pPr indent="-4064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ist Medium"/>
              <a:buChar char="○"/>
              <a:defRPr b="0" i="0" sz="2800" u="none" cap="none" strike="noStrike">
                <a:solidFill>
                  <a:schemeClr val="dk1"/>
                </a:solidFill>
                <a:latin typeface="Geist Medium"/>
                <a:ea typeface="Geist Medium"/>
                <a:cs typeface="Geist Medium"/>
                <a:sym typeface="Geist Medium"/>
              </a:defRPr>
            </a:lvl2pPr>
            <a:lvl3pPr indent="-4064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ist Medium"/>
              <a:buChar char="■"/>
              <a:defRPr b="0" i="0" sz="2800" u="none" cap="none" strike="noStrike">
                <a:solidFill>
                  <a:schemeClr val="dk1"/>
                </a:solidFill>
                <a:latin typeface="Geist Medium"/>
                <a:ea typeface="Geist Medium"/>
                <a:cs typeface="Geist Medium"/>
                <a:sym typeface="Geist Medium"/>
              </a:defRPr>
            </a:lvl3pPr>
            <a:lvl4pPr indent="-4064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ist Medium"/>
              <a:buChar char="●"/>
              <a:defRPr b="0" i="0" sz="2800" u="none" cap="none" strike="noStrike">
                <a:solidFill>
                  <a:schemeClr val="dk1"/>
                </a:solidFill>
                <a:latin typeface="Geist Medium"/>
                <a:ea typeface="Geist Medium"/>
                <a:cs typeface="Geist Medium"/>
                <a:sym typeface="Geist Medium"/>
              </a:defRPr>
            </a:lvl4pPr>
            <a:lvl5pPr indent="-4064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ist Medium"/>
              <a:buChar char="○"/>
              <a:defRPr b="0" i="0" sz="2800" u="none" cap="none" strike="noStrike">
                <a:solidFill>
                  <a:schemeClr val="dk1"/>
                </a:solidFill>
                <a:latin typeface="Geist Medium"/>
                <a:ea typeface="Geist Medium"/>
                <a:cs typeface="Geist Medium"/>
                <a:sym typeface="Geist Medium"/>
              </a:defRPr>
            </a:lvl5pPr>
            <a:lvl6pPr indent="-4064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ist Medium"/>
              <a:buChar char="■"/>
              <a:defRPr b="0" i="0" sz="2800" u="none" cap="none" strike="noStrike">
                <a:solidFill>
                  <a:schemeClr val="dk1"/>
                </a:solidFill>
                <a:latin typeface="Geist Medium"/>
                <a:ea typeface="Geist Medium"/>
                <a:cs typeface="Geist Medium"/>
                <a:sym typeface="Geist Medium"/>
              </a:defRPr>
            </a:lvl6pPr>
            <a:lvl7pPr indent="-4064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ist Medium"/>
              <a:buChar char="●"/>
              <a:defRPr b="0" i="0" sz="2800" u="none" cap="none" strike="noStrike">
                <a:solidFill>
                  <a:schemeClr val="dk1"/>
                </a:solidFill>
                <a:latin typeface="Geist Medium"/>
                <a:ea typeface="Geist Medium"/>
                <a:cs typeface="Geist Medium"/>
                <a:sym typeface="Geist Medium"/>
              </a:defRPr>
            </a:lvl7pPr>
            <a:lvl8pPr indent="-4064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ist Medium"/>
              <a:buChar char="○"/>
              <a:defRPr b="0" i="0" sz="2800" u="none" cap="none" strike="noStrike">
                <a:solidFill>
                  <a:schemeClr val="dk1"/>
                </a:solidFill>
                <a:latin typeface="Geist Medium"/>
                <a:ea typeface="Geist Medium"/>
                <a:cs typeface="Geist Medium"/>
                <a:sym typeface="Geist Medium"/>
              </a:defRPr>
            </a:lvl8pPr>
            <a:lvl9pPr indent="-4064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ist Medium"/>
              <a:buChar char="■"/>
              <a:defRPr b="0" i="0" sz="2800" u="none" cap="none" strike="noStrike">
                <a:solidFill>
                  <a:schemeClr val="dk1"/>
                </a:solidFill>
                <a:latin typeface="Geist Medium"/>
                <a:ea typeface="Geist Medium"/>
                <a:cs typeface="Geist Medium"/>
                <a:sym typeface="Geist Medium"/>
              </a:defRPr>
            </a:lvl9pPr>
          </a:lstStyle>
          <a:p/>
        </p:txBody>
      </p:sp>
      <p:sp>
        <p:nvSpPr>
          <p:cNvPr id="110" name="Google Shape;110;p26"/>
          <p:cNvSpPr txBox="1"/>
          <p:nvPr>
            <p:ph type="title"/>
          </p:nvPr>
        </p:nvSpPr>
        <p:spPr>
          <a:xfrm>
            <a:off x="762000" y="762000"/>
            <a:ext cx="16764000" cy="14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ist SemiBold"/>
              <a:buNone/>
              <a:defRPr b="0" i="0" sz="4000" u="none" cap="none" strike="noStrike">
                <a:solidFill>
                  <a:schemeClr val="dk1"/>
                </a:solidFill>
                <a:latin typeface="Geist SemiBold"/>
                <a:ea typeface="Geist SemiBold"/>
                <a:cs typeface="Geist SemiBold"/>
                <a:sym typeface="Geist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ist Mono SemiBold"/>
              <a:buNone/>
              <a:defRPr b="0" i="0" sz="4000" u="none" cap="none" strike="noStrike">
                <a:solidFill>
                  <a:schemeClr val="dk1"/>
                </a:solidFill>
                <a:latin typeface="Geist Mono SemiBold"/>
                <a:ea typeface="Geist Mono SemiBold"/>
                <a:cs typeface="Geist Mono SemiBold"/>
                <a:sym typeface="Geist Mono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ist Mono SemiBold"/>
              <a:buNone/>
              <a:defRPr b="0" i="0" sz="4000" u="none" cap="none" strike="noStrike">
                <a:solidFill>
                  <a:schemeClr val="dk1"/>
                </a:solidFill>
                <a:latin typeface="Geist Mono SemiBold"/>
                <a:ea typeface="Geist Mono SemiBold"/>
                <a:cs typeface="Geist Mono SemiBold"/>
                <a:sym typeface="Geist Mono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ist Mono SemiBold"/>
              <a:buNone/>
              <a:defRPr b="0" i="0" sz="4000" u="none" cap="none" strike="noStrike">
                <a:solidFill>
                  <a:schemeClr val="dk1"/>
                </a:solidFill>
                <a:latin typeface="Geist Mono SemiBold"/>
                <a:ea typeface="Geist Mono SemiBold"/>
                <a:cs typeface="Geist Mono SemiBold"/>
                <a:sym typeface="Geist Mono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ist Mono SemiBold"/>
              <a:buNone/>
              <a:defRPr b="0" i="0" sz="4000" u="none" cap="none" strike="noStrike">
                <a:solidFill>
                  <a:schemeClr val="dk1"/>
                </a:solidFill>
                <a:latin typeface="Geist Mono SemiBold"/>
                <a:ea typeface="Geist Mono SemiBold"/>
                <a:cs typeface="Geist Mono SemiBold"/>
                <a:sym typeface="Geist Mono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ist Mono SemiBold"/>
              <a:buNone/>
              <a:defRPr b="0" i="0" sz="4000" u="none" cap="none" strike="noStrike">
                <a:solidFill>
                  <a:schemeClr val="dk1"/>
                </a:solidFill>
                <a:latin typeface="Geist Mono SemiBold"/>
                <a:ea typeface="Geist Mono SemiBold"/>
                <a:cs typeface="Geist Mono SemiBold"/>
                <a:sym typeface="Geist Mono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ist Mono SemiBold"/>
              <a:buNone/>
              <a:defRPr b="0" i="0" sz="4000" u="none" cap="none" strike="noStrike">
                <a:solidFill>
                  <a:schemeClr val="dk1"/>
                </a:solidFill>
                <a:latin typeface="Geist Mono SemiBold"/>
                <a:ea typeface="Geist Mono SemiBold"/>
                <a:cs typeface="Geist Mono SemiBold"/>
                <a:sym typeface="Geist Mono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ist Mono SemiBold"/>
              <a:buNone/>
              <a:defRPr b="0" i="0" sz="4000" u="none" cap="none" strike="noStrike">
                <a:solidFill>
                  <a:schemeClr val="dk1"/>
                </a:solidFill>
                <a:latin typeface="Geist Mono SemiBold"/>
                <a:ea typeface="Geist Mono SemiBold"/>
                <a:cs typeface="Geist Mono SemiBold"/>
                <a:sym typeface="Geist Mono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eist Mono SemiBold"/>
              <a:buNone/>
              <a:defRPr b="0" i="0" sz="4000" u="none" cap="none" strike="noStrike">
                <a:solidFill>
                  <a:schemeClr val="dk1"/>
                </a:solidFill>
                <a:latin typeface="Geist Mono SemiBold"/>
                <a:ea typeface="Geist Mono SemiBold"/>
                <a:cs typeface="Geist Mono SemiBold"/>
                <a:sym typeface="Geist Mono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80">
          <p15:clr>
            <a:srgbClr val="E46962"/>
          </p15:clr>
        </p15:guide>
        <p15:guide id="2" pos="11040">
          <p15:clr>
            <a:srgbClr val="E46962"/>
          </p15:clr>
        </p15:guide>
        <p15:guide id="3" orient="horz" pos="480">
          <p15:clr>
            <a:srgbClr val="E46962"/>
          </p15:clr>
        </p15:guide>
        <p15:guide id="4" pos="2140">
          <p15:clr>
            <a:srgbClr val="B7B7B7"/>
          </p15:clr>
        </p15:guide>
        <p15:guide id="5" pos="2260">
          <p15:clr>
            <a:srgbClr val="B7B7B7"/>
          </p15:clr>
        </p15:guide>
        <p15:guide id="6" pos="3920">
          <p15:clr>
            <a:srgbClr val="B7B7B7"/>
          </p15:clr>
        </p15:guide>
        <p15:guide id="7" pos="4040">
          <p15:clr>
            <a:srgbClr val="B7B7B7"/>
          </p15:clr>
        </p15:guide>
        <p15:guide id="8" pos="5700">
          <p15:clr>
            <a:srgbClr val="B7B7B7"/>
          </p15:clr>
        </p15:guide>
        <p15:guide id="9" pos="5820">
          <p15:clr>
            <a:srgbClr val="B7B7B7"/>
          </p15:clr>
        </p15:guide>
        <p15:guide id="10" pos="7480">
          <p15:clr>
            <a:srgbClr val="B7B7B7"/>
          </p15:clr>
        </p15:guide>
        <p15:guide id="11" pos="7600">
          <p15:clr>
            <a:srgbClr val="B7B7B7"/>
          </p15:clr>
        </p15:guide>
        <p15:guide id="12" pos="9260">
          <p15:clr>
            <a:srgbClr val="B7B7B7"/>
          </p15:clr>
        </p15:guide>
        <p15:guide id="13" pos="9380">
          <p15:clr>
            <a:srgbClr val="B7B7B7"/>
          </p15:clr>
        </p15:guide>
        <p15:guide id="14" orient="horz" pos="6120">
          <p15:clr>
            <a:srgbClr val="E46962"/>
          </p15:clr>
        </p15:guide>
        <p15:guide id="15" orient="horz" pos="2965">
          <p15:clr>
            <a:srgbClr val="B7B7B7"/>
          </p15:clr>
        </p15:guide>
        <p15:guide id="16" orient="horz" pos="3085">
          <p15:clr>
            <a:srgbClr val="B7B7B7"/>
          </p15:clr>
        </p15:guide>
        <p15:guide id="17" orient="horz" pos="4542">
          <p15:clr>
            <a:srgbClr val="B7B7B7"/>
          </p15:clr>
        </p15:guide>
        <p15:guide id="18" orient="horz" pos="4662">
          <p15:clr>
            <a:srgbClr val="B7B7B7"/>
          </p15:clr>
        </p15:guide>
        <p15:guide id="19" pos="3030">
          <p15:clr>
            <a:srgbClr val="B7B7B7"/>
          </p15:clr>
        </p15:guide>
        <p15:guide id="20" pos="3150">
          <p15:clr>
            <a:srgbClr val="B7B7B7"/>
          </p15:clr>
        </p15:guide>
        <p15:guide id="21" pos="8370">
          <p15:clr>
            <a:srgbClr val="B7B7B7"/>
          </p15:clr>
        </p15:guide>
        <p15:guide id="22" pos="8490">
          <p15:clr>
            <a:srgbClr val="B7B7B7"/>
          </p15:clr>
        </p15:guide>
        <p15:guide id="23" orient="horz" pos="3753">
          <p15:clr>
            <a:srgbClr val="B7B7B7"/>
          </p15:clr>
        </p15:guide>
        <p15:guide id="24" orient="horz" pos="3873">
          <p15:clr>
            <a:srgbClr val="B7B7B7"/>
          </p15:clr>
        </p15:guide>
        <p15:guide id="25" orient="horz" pos="1507">
          <p15:clr>
            <a:srgbClr val="E46962"/>
          </p15:clr>
        </p15:guide>
        <p15:guide id="26" orient="horz" pos="2296">
          <p15:clr>
            <a:srgbClr val="B7B7B7"/>
          </p15:clr>
        </p15:guide>
        <p15:guide id="27" orient="horz" pos="2176">
          <p15:clr>
            <a:srgbClr val="B7B7B7"/>
          </p15:clr>
        </p15:guide>
        <p15:guide id="28" orient="horz" pos="5331">
          <p15:clr>
            <a:srgbClr val="B7B7B7"/>
          </p15:clr>
        </p15:guide>
        <p15:guide id="29" orient="horz" pos="5451">
          <p15:clr>
            <a:srgbClr val="B7B7B7"/>
          </p15:clr>
        </p15:guide>
        <p15:guide id="30" pos="1250">
          <p15:clr>
            <a:srgbClr val="B7B7B7"/>
          </p15:clr>
        </p15:guide>
        <p15:guide id="31" pos="1370">
          <p15:clr>
            <a:srgbClr val="B7B7B7"/>
          </p15:clr>
        </p15:guide>
        <p15:guide id="32" pos="4810">
          <p15:clr>
            <a:srgbClr val="B7B7B7"/>
          </p15:clr>
        </p15:guide>
        <p15:guide id="33" pos="4930">
          <p15:clr>
            <a:srgbClr val="B7B7B7"/>
          </p15:clr>
        </p15:guide>
        <p15:guide id="34" pos="6590">
          <p15:clr>
            <a:srgbClr val="B7B7B7"/>
          </p15:clr>
        </p15:guide>
        <p15:guide id="35" pos="6710">
          <p15:clr>
            <a:srgbClr val="B7B7B7"/>
          </p15:clr>
        </p15:guide>
        <p15:guide id="36" pos="10150">
          <p15:clr>
            <a:srgbClr val="B7B7B7"/>
          </p15:clr>
        </p15:guide>
        <p15:guide id="37" pos="10270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6.jp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jp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2.png"/><Relationship Id="rId6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5" Type="http://schemas.openxmlformats.org/officeDocument/2006/relationships/image" Target="../media/image48.png"/><Relationship Id="rId6" Type="http://schemas.openxmlformats.org/officeDocument/2006/relationships/image" Target="../media/image43.png"/><Relationship Id="rId7" Type="http://schemas.openxmlformats.org/officeDocument/2006/relationships/image" Target="../media/image4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5" Type="http://schemas.openxmlformats.org/officeDocument/2006/relationships/image" Target="../media/image49.png"/><Relationship Id="rId6" Type="http://schemas.openxmlformats.org/officeDocument/2006/relationships/image" Target="../media/image4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Relationship Id="rId9" Type="http://schemas.openxmlformats.org/officeDocument/2006/relationships/image" Target="../media/image2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28.png"/><Relationship Id="rId8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jpg"/><Relationship Id="rId4" Type="http://schemas.openxmlformats.org/officeDocument/2006/relationships/image" Target="../media/image35.jpg"/><Relationship Id="rId5" Type="http://schemas.openxmlformats.org/officeDocument/2006/relationships/image" Target="../media/image32.jpg"/><Relationship Id="rId6" Type="http://schemas.openxmlformats.org/officeDocument/2006/relationships/image" Target="../media/image3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1"/>
          <p:cNvSpPr/>
          <p:nvPr/>
        </p:nvSpPr>
        <p:spPr>
          <a:xfrm>
            <a:off x="762000" y="2392100"/>
            <a:ext cx="16764000" cy="7323300"/>
          </a:xfrm>
          <a:prstGeom prst="round2DiagRect">
            <a:avLst>
              <a:gd fmla="val 21728" name="adj1"/>
              <a:gd fmla="val 0" name="adj2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914400" spcFirstLastPara="1" rIns="914400" wrap="square" tIns="590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Open Energy Knowledge Gateway</a:t>
            </a:r>
            <a:endParaRPr sz="6000">
              <a:solidFill>
                <a:schemeClr val="lt1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accent3"/>
                </a:solidFill>
                <a:latin typeface="Geist"/>
                <a:ea typeface="Geist"/>
                <a:cs typeface="Geist"/>
                <a:sym typeface="Geist"/>
              </a:rPr>
              <a:t>—</a:t>
            </a:r>
            <a:endParaRPr b="1" sz="6000">
              <a:solidFill>
                <a:schemeClr val="accent3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Geist"/>
                <a:ea typeface="Geist"/>
                <a:cs typeface="Geist"/>
                <a:sym typeface="Geist"/>
              </a:rPr>
              <a:t>Kseniia Sych, Laura Żukowska, Tomasz Jażdżewski,</a:t>
            </a:r>
            <a:endParaRPr b="1" sz="2400">
              <a:solidFill>
                <a:schemeClr val="lt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Geist"/>
                <a:ea typeface="Geist"/>
                <a:cs typeface="Geist"/>
                <a:sym typeface="Geist"/>
              </a:rPr>
              <a:t>Paweł Urba, Grzegorz Król</a:t>
            </a:r>
            <a:endParaRPr b="1" sz="2400">
              <a:solidFill>
                <a:schemeClr val="lt1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chemeClr val="lt1"/>
                </a:solidFill>
                <a:latin typeface="Geist Medium"/>
                <a:ea typeface="Geist Medium"/>
                <a:cs typeface="Geist Medium"/>
                <a:sym typeface="Geist Medium"/>
              </a:rPr>
              <a:t>Energieschweiz  &amp; VirtusLab</a:t>
            </a:r>
            <a:r>
              <a:rPr lang="en" sz="1800">
                <a:solidFill>
                  <a:schemeClr val="lt1"/>
                </a:solidFill>
                <a:latin typeface="Geist Medium"/>
                <a:ea typeface="Geist Medium"/>
                <a:cs typeface="Geist Medium"/>
                <a:sym typeface="Geist Medium"/>
              </a:rPr>
              <a:t> Team</a:t>
            </a:r>
            <a:endParaRPr b="1" sz="2400">
              <a:solidFill>
                <a:schemeClr val="lt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id="173" name="Google Shape;17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44950" y="5580713"/>
            <a:ext cx="3310599" cy="3641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42" title="slide-2_too_much_documents.jpeg"/>
          <p:cNvPicPr preferRelativeResize="0"/>
          <p:nvPr/>
        </p:nvPicPr>
        <p:blipFill rotWithShape="1">
          <a:blip r:embed="rId3">
            <a:alphaModFix/>
          </a:blip>
          <a:srcRect b="3557" l="0" r="0" t="3566"/>
          <a:stretch/>
        </p:blipFill>
        <p:spPr>
          <a:xfrm>
            <a:off x="0" y="152400"/>
            <a:ext cx="18288000" cy="1013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42" title="VL_Sygnet_Whit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43150" y="9755497"/>
            <a:ext cx="520050" cy="43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43" title="VL_Sygnet_Whit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43150" y="9755497"/>
            <a:ext cx="520050" cy="43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44" title="VL_Sygnet_Whi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43150" y="9755497"/>
            <a:ext cx="520050" cy="43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44" title="slide-4_graph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03400"/>
            <a:ext cx="17983200" cy="65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7921577" cy="891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400"/>
            <a:ext cx="18288000" cy="10134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7"/>
          <p:cNvSpPr txBox="1"/>
          <p:nvPr/>
        </p:nvSpPr>
        <p:spPr>
          <a:xfrm>
            <a:off x="0" y="0"/>
            <a:ext cx="167640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b="0" sz="2400">
              <a:solidFill>
                <a:srgbClr val="181818"/>
              </a:solidFill>
              <a:latin typeface="Geist Medium"/>
              <a:ea typeface="Geist Medium"/>
              <a:cs typeface="Geist Medium"/>
              <a:sym typeface="Geist Medium"/>
            </a:endParaRPr>
          </a:p>
        </p:txBody>
      </p:sp>
      <p:pic>
        <p:nvPicPr>
          <p:cNvPr id="206" name="Google Shape;20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47"/>
          <p:cNvPicPr preferRelativeResize="0"/>
          <p:nvPr/>
        </p:nvPicPr>
        <p:blipFill rotWithShape="1">
          <a:blip r:embed="rId5">
            <a:alphaModFix/>
          </a:blip>
          <a:srcRect b="0" l="0" r="10" t="0"/>
          <a:stretch/>
        </p:blipFill>
        <p:spPr>
          <a:xfrm>
            <a:off x="17662684" y="9811893"/>
            <a:ext cx="483000" cy="39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47"/>
          <p:cNvPicPr preferRelativeResize="0"/>
          <p:nvPr/>
        </p:nvPicPr>
        <p:blipFill rotWithShape="1">
          <a:blip r:embed="rId6">
            <a:alphaModFix/>
          </a:blip>
          <a:srcRect b="0" l="0" r="81516" t="0"/>
          <a:stretch/>
        </p:blipFill>
        <p:spPr>
          <a:xfrm>
            <a:off x="12231825" y="5418225"/>
            <a:ext cx="239825" cy="5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8"/>
          <p:cNvSpPr txBox="1"/>
          <p:nvPr/>
        </p:nvSpPr>
        <p:spPr>
          <a:xfrm>
            <a:off x="762000" y="762000"/>
            <a:ext cx="16764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81818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Tool calls in real time</a:t>
            </a:r>
            <a:endParaRPr b="0" sz="4000">
              <a:solidFill>
                <a:srgbClr val="181818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67E387"/>
                </a:solidFill>
                <a:latin typeface="Geist Mono"/>
                <a:ea typeface="Geist Mono"/>
                <a:cs typeface="Geist Mono"/>
                <a:sym typeface="Geist Mono"/>
              </a:rPr>
              <a:t>— </a:t>
            </a:r>
            <a:r>
              <a:rPr lang="en" sz="2400">
                <a:solidFill>
                  <a:srgbClr val="181818"/>
                </a:solidFill>
                <a:latin typeface="Geist Medium"/>
                <a:ea typeface="Geist Medium"/>
                <a:cs typeface="Geist Medium"/>
                <a:sym typeface="Geist Medium"/>
              </a:rPr>
              <a:t>“</a:t>
            </a:r>
            <a:r>
              <a:rPr lang="en" sz="2400">
                <a:solidFill>
                  <a:srgbClr val="181818"/>
                </a:solidFill>
                <a:latin typeface="Geist Medium"/>
                <a:ea typeface="Geist Medium"/>
                <a:cs typeface="Geist Medium"/>
                <a:sym typeface="Geist Medium"/>
              </a:rPr>
              <a:t>What are Switzerland's renewable electricity targets?”</a:t>
            </a:r>
            <a:endParaRPr b="0" sz="4000">
              <a:solidFill>
                <a:srgbClr val="181818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b="0" sz="2400">
              <a:solidFill>
                <a:srgbClr val="181818"/>
              </a:solidFill>
              <a:latin typeface="Geist Medium"/>
              <a:ea typeface="Geist Medium"/>
              <a:cs typeface="Geist Medium"/>
              <a:sym typeface="Geist Medium"/>
            </a:endParaRPr>
          </a:p>
        </p:txBody>
      </p:sp>
      <p:pic>
        <p:nvPicPr>
          <p:cNvPr id="214" name="Google Shape;21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62684" y="9811893"/>
            <a:ext cx="483000" cy="39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48" title="Screenshot 2026-09-11 at 13.41.1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571750"/>
            <a:ext cx="11910961" cy="7505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6" name="Google Shape;216;p48"/>
          <p:cNvGrpSpPr/>
          <p:nvPr/>
        </p:nvGrpSpPr>
        <p:grpSpPr>
          <a:xfrm>
            <a:off x="12349050" y="1809711"/>
            <a:ext cx="5272598" cy="4229024"/>
            <a:chOff x="12063350" y="2228850"/>
            <a:chExt cx="5462700" cy="4381500"/>
          </a:xfrm>
        </p:grpSpPr>
        <p:sp>
          <p:nvSpPr>
            <p:cNvPr id="217" name="Google Shape;217;p48"/>
            <p:cNvSpPr/>
            <p:nvPr/>
          </p:nvSpPr>
          <p:spPr>
            <a:xfrm>
              <a:off x="12063350" y="2228850"/>
              <a:ext cx="5462700" cy="4381500"/>
            </a:xfrm>
            <a:prstGeom prst="roundRect">
              <a:avLst>
                <a:gd fmla="val 16667" name="adj"/>
              </a:avLst>
            </a:prstGeom>
            <a:noFill/>
            <a:ln cap="flat" cmpd="sng" w="27575">
              <a:solidFill>
                <a:srgbClr val="2E7D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88250" lIns="88250" spcFirstLastPara="1" rIns="88250" wrap="square" tIns="88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17">
                  <a:solidFill>
                    <a:srgbClr val="181818"/>
                  </a:solidFill>
                  <a:latin typeface="Geist Medium"/>
                  <a:ea typeface="Geist Medium"/>
                  <a:cs typeface="Geist Medium"/>
                  <a:sym typeface="Geist Medium"/>
                </a:rPr>
                <a:t>Graph lookup tool call</a:t>
              </a:r>
              <a:endParaRPr sz="1351"/>
            </a:p>
          </p:txBody>
        </p:sp>
        <p:pic>
          <p:nvPicPr>
            <p:cNvPr id="218" name="Google Shape;218;p48" title="Screenshot 2026-09-11 at 13.45.42.png"/>
            <p:cNvPicPr preferRelativeResize="0"/>
            <p:nvPr/>
          </p:nvPicPr>
          <p:blipFill rotWithShape="1">
            <a:blip r:embed="rId6">
              <a:alphaModFix/>
            </a:blip>
            <a:srcRect b="0" l="-1900" r="1900" t="0"/>
            <a:stretch/>
          </p:blipFill>
          <p:spPr>
            <a:xfrm>
              <a:off x="12722287" y="3552050"/>
              <a:ext cx="4144824" cy="2662600"/>
            </a:xfrm>
            <a:prstGeom prst="rect">
              <a:avLst/>
            </a:prstGeom>
            <a:noFill/>
            <a:ln cap="flat" cmpd="sng" w="27575">
              <a:solidFill>
                <a:srgbClr val="2E7D32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sp>
        <p:nvSpPr>
          <p:cNvPr id="219" name="Google Shape;219;p48"/>
          <p:cNvSpPr/>
          <p:nvPr/>
        </p:nvSpPr>
        <p:spPr>
          <a:xfrm>
            <a:off x="12649200" y="6362700"/>
            <a:ext cx="5048400" cy="3981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81818"/>
                </a:solidFill>
                <a:latin typeface="Geist Medium"/>
                <a:ea typeface="Geist Medium"/>
                <a:cs typeface="Geist Medium"/>
                <a:sym typeface="Geist Medium"/>
              </a:rPr>
              <a:t>Retrieve tool</a:t>
            </a:r>
            <a:r>
              <a:rPr lang="en" sz="2400">
                <a:solidFill>
                  <a:srgbClr val="181818"/>
                </a:solidFill>
                <a:latin typeface="Geist Medium"/>
                <a:ea typeface="Geist Medium"/>
                <a:cs typeface="Geist Medium"/>
                <a:sym typeface="Geist Medium"/>
              </a:rPr>
              <a:t> call</a:t>
            </a:r>
            <a:endParaRPr/>
          </a:p>
        </p:txBody>
      </p:sp>
      <p:pic>
        <p:nvPicPr>
          <p:cNvPr id="220" name="Google Shape;220;p48" title="Screenshot 2026-09-11 at 13.47.5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906502" y="7254925"/>
            <a:ext cx="3054674" cy="282252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8"/>
          <p:cNvSpPr/>
          <p:nvPr/>
        </p:nvSpPr>
        <p:spPr>
          <a:xfrm>
            <a:off x="3657600" y="7776750"/>
            <a:ext cx="8458200" cy="39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7E387"/>
          </a:solidFill>
          <a:ln cap="flat" cmpd="sng" w="2857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8"/>
          <p:cNvSpPr/>
          <p:nvPr/>
        </p:nvSpPr>
        <p:spPr>
          <a:xfrm>
            <a:off x="5505450" y="5414550"/>
            <a:ext cx="6843600" cy="39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7E387"/>
          </a:solidFill>
          <a:ln cap="flat" cmpd="sng" w="2857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9"/>
          <p:cNvSpPr txBox="1"/>
          <p:nvPr/>
        </p:nvSpPr>
        <p:spPr>
          <a:xfrm>
            <a:off x="762000" y="762000"/>
            <a:ext cx="16764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81818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Tool calls in real time</a:t>
            </a:r>
            <a:endParaRPr b="0" sz="4000">
              <a:solidFill>
                <a:srgbClr val="181818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67E387"/>
                </a:solidFill>
                <a:latin typeface="Geist Mono"/>
                <a:ea typeface="Geist Mono"/>
                <a:cs typeface="Geist Mono"/>
                <a:sym typeface="Geist Mono"/>
              </a:rPr>
              <a:t>— </a:t>
            </a:r>
            <a:r>
              <a:rPr lang="en" sz="2400">
                <a:solidFill>
                  <a:srgbClr val="181818"/>
                </a:solidFill>
                <a:latin typeface="Geist Medium"/>
                <a:ea typeface="Geist Medium"/>
                <a:cs typeface="Geist Medium"/>
                <a:sym typeface="Geist Medium"/>
              </a:rPr>
              <a:t>“What are Switzerland's renewable electricity targets?”</a:t>
            </a:r>
            <a:endParaRPr b="0" sz="4000">
              <a:solidFill>
                <a:srgbClr val="181818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b="0" sz="2400">
              <a:solidFill>
                <a:srgbClr val="181818"/>
              </a:solidFill>
              <a:latin typeface="Geist Medium"/>
              <a:ea typeface="Geist Medium"/>
              <a:cs typeface="Geist Medium"/>
              <a:sym typeface="Geist Medium"/>
            </a:endParaRPr>
          </a:p>
        </p:txBody>
      </p:sp>
      <p:pic>
        <p:nvPicPr>
          <p:cNvPr id="228" name="Google Shape;228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62684" y="9811893"/>
            <a:ext cx="483000" cy="3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9"/>
          <p:cNvSpPr/>
          <p:nvPr/>
        </p:nvSpPr>
        <p:spPr>
          <a:xfrm>
            <a:off x="12687300" y="2571750"/>
            <a:ext cx="5353500" cy="6572400"/>
          </a:xfrm>
          <a:prstGeom prst="roundRect">
            <a:avLst>
              <a:gd fmla="val 16667" name="adj"/>
            </a:avLst>
          </a:prstGeom>
          <a:noFill/>
          <a:ln cap="flat" cmpd="sng" w="2757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250" lIns="88250" spcFirstLastPara="1" rIns="88250" wrap="square" tIns="88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17">
                <a:solidFill>
                  <a:srgbClr val="181818"/>
                </a:solidFill>
                <a:latin typeface="Geist Medium"/>
                <a:ea typeface="Geist Medium"/>
                <a:cs typeface="Geist Medium"/>
                <a:sym typeface="Geist Medium"/>
              </a:rPr>
              <a:t>Feedback</a:t>
            </a:r>
            <a:r>
              <a:rPr lang="en" sz="2317">
                <a:solidFill>
                  <a:srgbClr val="181818"/>
                </a:solidFill>
                <a:latin typeface="Geist Medium"/>
                <a:ea typeface="Geist Medium"/>
                <a:cs typeface="Geist Medium"/>
                <a:sym typeface="Geist Medium"/>
              </a:rPr>
              <a:t> tool call</a:t>
            </a:r>
            <a:endParaRPr sz="1351"/>
          </a:p>
        </p:txBody>
      </p:sp>
      <p:pic>
        <p:nvPicPr>
          <p:cNvPr id="230" name="Google Shape;230;p49" title="Screenshot 2026-09-11 at 13.51.0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650" y="2305050"/>
            <a:ext cx="11963399" cy="763773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/>
          <p:nvPr/>
        </p:nvSpPr>
        <p:spPr>
          <a:xfrm>
            <a:off x="4324350" y="6748050"/>
            <a:ext cx="8191500" cy="39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7E387"/>
          </a:solidFill>
          <a:ln cap="flat" cmpd="sng" w="2857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p49" title="Screenshot 2026-09-11 at 13.52.27.png"/>
          <p:cNvPicPr preferRelativeResize="0"/>
          <p:nvPr/>
        </p:nvPicPr>
        <p:blipFill rotWithShape="1">
          <a:blip r:embed="rId6">
            <a:alphaModFix/>
          </a:blip>
          <a:srcRect b="0" l="32669" r="0" t="0"/>
          <a:stretch/>
        </p:blipFill>
        <p:spPr>
          <a:xfrm>
            <a:off x="12973050" y="4012200"/>
            <a:ext cx="4689626" cy="3889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50"/>
          <p:cNvSpPr txBox="1"/>
          <p:nvPr/>
        </p:nvSpPr>
        <p:spPr>
          <a:xfrm>
            <a:off x="762000" y="762000"/>
            <a:ext cx="1676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800">
                <a:solidFill>
                  <a:srgbClr val="181818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Governance &amp; Operating Model</a:t>
            </a:r>
            <a:endParaRPr b="0" sz="3800">
              <a:solidFill>
                <a:srgbClr val="181818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rgbClr val="67E387"/>
                </a:solidFill>
                <a:latin typeface="Geist Mono"/>
                <a:ea typeface="Geist Mono"/>
                <a:cs typeface="Geist Mono"/>
                <a:sym typeface="Geist Mono"/>
              </a:rPr>
              <a:t>—</a:t>
            </a:r>
            <a:r>
              <a:rPr lang="en"/>
              <a:t> </a:t>
            </a:r>
            <a:r>
              <a:rPr b="0" lang="en" sz="2000">
                <a:solidFill>
                  <a:srgbClr val="181818"/>
                </a:solidFill>
                <a:latin typeface="Geist Medium"/>
                <a:ea typeface="Geist Medium"/>
                <a:cs typeface="Geist Medium"/>
                <a:sym typeface="Geist Medium"/>
              </a:rPr>
              <a:t>Six recommendations — and what each one rests on</a:t>
            </a:r>
            <a:endParaRPr/>
          </a:p>
        </p:txBody>
      </p:sp>
      <p:grpSp>
        <p:nvGrpSpPr>
          <p:cNvPr id="239" name="Google Shape;239;p50"/>
          <p:cNvGrpSpPr/>
          <p:nvPr/>
        </p:nvGrpSpPr>
        <p:grpSpPr>
          <a:xfrm>
            <a:off x="762000" y="2667000"/>
            <a:ext cx="5143500" cy="2190900"/>
            <a:chOff x="0" y="0"/>
            <a:chExt cx="5143500" cy="2190900"/>
          </a:xfrm>
        </p:grpSpPr>
        <p:sp>
          <p:nvSpPr>
            <p:cNvPr id="240" name="Google Shape;240;p50"/>
            <p:cNvSpPr/>
            <p:nvPr/>
          </p:nvSpPr>
          <p:spPr>
            <a:xfrm>
              <a:off x="0" y="0"/>
              <a:ext cx="5143500" cy="2190900"/>
            </a:xfrm>
            <a:prstGeom prst="roundRect">
              <a:avLst>
                <a:gd fmla="val 8695" name="adj"/>
              </a:avLst>
            </a:prstGeom>
            <a:solidFill>
              <a:srgbClr val="FFFFFF"/>
            </a:solidFill>
            <a:ln cap="flat" cmpd="sng" w="14300">
              <a:solidFill>
                <a:srgbClr val="67E3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0"/>
            <p:cNvSpPr txBox="1"/>
            <p:nvPr/>
          </p:nvSpPr>
          <p:spPr>
            <a:xfrm>
              <a:off x="238125" y="238125"/>
              <a:ext cx="4667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2E7D32"/>
                  </a:solidFill>
                  <a:latin typeface="Geist SemiBold"/>
                  <a:ea typeface="Geist SemiBold"/>
                  <a:cs typeface="Geist SemiBold"/>
                  <a:sym typeface="Geist SemiBold"/>
                </a:rPr>
                <a:t>1 · Ownership</a:t>
              </a:r>
              <a:endParaRPr b="0" sz="1600">
                <a:solidFill>
                  <a:srgbClr val="2E7D32"/>
                </a:solidFill>
                <a:latin typeface="Geist SemiBold"/>
                <a:ea typeface="Geist SemiBold"/>
                <a:cs typeface="Geist SemiBold"/>
                <a:sym typeface="Geis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A4A4A"/>
                  </a:solidFill>
                  <a:latin typeface="Geist"/>
                  <a:ea typeface="Geist"/>
                  <a:cs typeface="Geist"/>
                  <a:sym typeface="Geist"/>
                </a:rPr>
                <a:t>The office owns the documents. One editor owns the graph. Anyone proposes, nobody commits. Every fact carries reason, source, author, date.</a:t>
              </a:r>
              <a:endParaRPr b="0" sz="1250">
                <a:solidFill>
                  <a:srgbClr val="4A4A4A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  <p:pic>
          <p:nvPicPr>
            <p:cNvPr id="242" name="Google Shape;242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8125" y="1571625"/>
              <a:ext cx="2381400" cy="3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" name="Google Shape;243;p50"/>
            <p:cNvSpPr txBox="1"/>
            <p:nvPr/>
          </p:nvSpPr>
          <p:spPr>
            <a:xfrm>
              <a:off x="238125" y="1571625"/>
              <a:ext cx="23814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2E7D32"/>
                  </a:solidFill>
                  <a:latin typeface="Geist Mono SemiBold"/>
                  <a:ea typeface="Geist Mono SemiBold"/>
                  <a:cs typeface="Geist Mono SemiBold"/>
                  <a:sym typeface="Geist Mono SemiBold"/>
                </a:rPr>
                <a:t>editorial, not infrastructure</a:t>
              </a:r>
              <a:endParaRPr b="0" sz="1050">
                <a:solidFill>
                  <a:srgbClr val="2E7D32"/>
                </a:solidFill>
                <a:latin typeface="Geist Mono SemiBold"/>
                <a:ea typeface="Geist Mono SemiBold"/>
                <a:cs typeface="Geist Mono SemiBold"/>
                <a:sym typeface="Geist Mono SemiBold"/>
              </a:endParaRPr>
            </a:p>
          </p:txBody>
        </p:sp>
      </p:grpSp>
      <p:grpSp>
        <p:nvGrpSpPr>
          <p:cNvPr id="244" name="Google Shape;244;p50"/>
          <p:cNvGrpSpPr/>
          <p:nvPr/>
        </p:nvGrpSpPr>
        <p:grpSpPr>
          <a:xfrm>
            <a:off x="6572250" y="2667000"/>
            <a:ext cx="5143500" cy="2190900"/>
            <a:chOff x="0" y="0"/>
            <a:chExt cx="5143500" cy="2190900"/>
          </a:xfrm>
        </p:grpSpPr>
        <p:sp>
          <p:nvSpPr>
            <p:cNvPr id="245" name="Google Shape;245;p50"/>
            <p:cNvSpPr/>
            <p:nvPr/>
          </p:nvSpPr>
          <p:spPr>
            <a:xfrm>
              <a:off x="0" y="0"/>
              <a:ext cx="5143500" cy="2190900"/>
            </a:xfrm>
            <a:prstGeom prst="roundRect">
              <a:avLst>
                <a:gd fmla="val 8695" name="adj"/>
              </a:avLst>
            </a:prstGeom>
            <a:solidFill>
              <a:srgbClr val="FFFFFF"/>
            </a:solidFill>
            <a:ln cap="flat" cmpd="sng" w="14300">
              <a:solidFill>
                <a:srgbClr val="67E3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50"/>
            <p:cNvSpPr txBox="1"/>
            <p:nvPr/>
          </p:nvSpPr>
          <p:spPr>
            <a:xfrm>
              <a:off x="238125" y="238125"/>
              <a:ext cx="4667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2E7D32"/>
                  </a:solidFill>
                  <a:latin typeface="Geist SemiBold"/>
                  <a:ea typeface="Geist SemiBold"/>
                  <a:cs typeface="Geist SemiBold"/>
                  <a:sym typeface="Geist SemiBold"/>
                </a:rPr>
                <a:t>2 · Freshness</a:t>
              </a:r>
              <a:endParaRPr b="0" sz="1600">
                <a:solidFill>
                  <a:srgbClr val="2E7D32"/>
                </a:solidFill>
                <a:latin typeface="Geist SemiBold"/>
                <a:ea typeface="Geist SemiBold"/>
                <a:cs typeface="Geist SemiBold"/>
                <a:sym typeface="Geis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A4A4A"/>
                  </a:solidFill>
                  <a:latin typeface="Geist"/>
                  <a:ea typeface="Geist"/>
                  <a:cs typeface="Geist"/>
                  <a:sym typeface="Geist"/>
                </a:rPr>
                <a:t>Update on publication, not on a calendar. last_updated per document, graph_version per answer.</a:t>
              </a:r>
              <a:endParaRPr b="0" sz="1250">
                <a:solidFill>
                  <a:srgbClr val="4A4A4A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  <p:pic>
          <p:nvPicPr>
            <p:cNvPr id="247" name="Google Shape;247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8125" y="1571625"/>
              <a:ext cx="2667000" cy="3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50"/>
            <p:cNvSpPr txBox="1"/>
            <p:nvPr/>
          </p:nvSpPr>
          <p:spPr>
            <a:xfrm>
              <a:off x="238125" y="1571625"/>
              <a:ext cx="2667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2E7D32"/>
                  </a:solidFill>
                  <a:latin typeface="Geist Mono SemiBold"/>
                  <a:ea typeface="Geist Mono SemiBold"/>
                  <a:cs typeface="Geist Mono SemiBold"/>
                  <a:sym typeface="Geist Mono SemiBold"/>
                </a:rPr>
                <a:t>stable document ids are mandatory</a:t>
              </a:r>
              <a:endParaRPr b="0" sz="1050">
                <a:solidFill>
                  <a:srgbClr val="2E7D32"/>
                </a:solidFill>
                <a:latin typeface="Geist Mono SemiBold"/>
                <a:ea typeface="Geist Mono SemiBold"/>
                <a:cs typeface="Geist Mono SemiBold"/>
                <a:sym typeface="Geist Mono SemiBold"/>
              </a:endParaRPr>
            </a:p>
          </p:txBody>
        </p:sp>
      </p:grpSp>
      <p:grpSp>
        <p:nvGrpSpPr>
          <p:cNvPr id="249" name="Google Shape;249;p50"/>
          <p:cNvGrpSpPr/>
          <p:nvPr/>
        </p:nvGrpSpPr>
        <p:grpSpPr>
          <a:xfrm>
            <a:off x="12382500" y="2667000"/>
            <a:ext cx="5143500" cy="2190900"/>
            <a:chOff x="0" y="0"/>
            <a:chExt cx="5143500" cy="2190900"/>
          </a:xfrm>
        </p:grpSpPr>
        <p:sp>
          <p:nvSpPr>
            <p:cNvPr id="250" name="Google Shape;250;p50"/>
            <p:cNvSpPr/>
            <p:nvPr/>
          </p:nvSpPr>
          <p:spPr>
            <a:xfrm>
              <a:off x="0" y="0"/>
              <a:ext cx="5143500" cy="2190900"/>
            </a:xfrm>
            <a:prstGeom prst="roundRect">
              <a:avLst>
                <a:gd fmla="val 8695" name="adj"/>
              </a:avLst>
            </a:prstGeom>
            <a:solidFill>
              <a:srgbClr val="FFFFFF"/>
            </a:solidFill>
            <a:ln cap="flat" cmpd="sng" w="14300">
              <a:solidFill>
                <a:srgbClr val="67E3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50"/>
            <p:cNvSpPr txBox="1"/>
            <p:nvPr/>
          </p:nvSpPr>
          <p:spPr>
            <a:xfrm>
              <a:off x="238125" y="238125"/>
              <a:ext cx="4667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2E7D32"/>
                  </a:solidFill>
                  <a:latin typeface="Geist SemiBold"/>
                  <a:ea typeface="Geist SemiBold"/>
                  <a:cs typeface="Geist SemiBold"/>
                  <a:sym typeface="Geist SemiBold"/>
                </a:rPr>
                <a:t>3 · Scope</a:t>
              </a:r>
              <a:endParaRPr b="0" sz="1600">
                <a:solidFill>
                  <a:srgbClr val="2E7D32"/>
                </a:solidFill>
                <a:latin typeface="Geist SemiBold"/>
                <a:ea typeface="Geist SemiBold"/>
                <a:cs typeface="Geist SemiBold"/>
                <a:sym typeface="Geis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A4A4A"/>
                  </a:solidFill>
                  <a:latin typeface="Geist"/>
                  <a:ea typeface="Geist"/>
                  <a:cs typeface="Geist"/>
                  <a:sym typeface="Geist"/>
                </a:rPr>
                <a:t>Only what is already published and citable. Deduplicate before exposure. Fix language metadata at the source.</a:t>
              </a:r>
              <a:endParaRPr b="0" sz="1250">
                <a:solidFill>
                  <a:srgbClr val="4A4A4A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  <p:pic>
          <p:nvPicPr>
            <p:cNvPr id="252" name="Google Shape;252;p5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8125" y="1571625"/>
              <a:ext cx="3524400" cy="3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50"/>
            <p:cNvSpPr txBox="1"/>
            <p:nvPr/>
          </p:nvSpPr>
          <p:spPr>
            <a:xfrm>
              <a:off x="238125" y="1571625"/>
              <a:ext cx="35244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2E7D32"/>
                  </a:solidFill>
                  <a:latin typeface="Geist Mono SemiBold"/>
                  <a:ea typeface="Geist Mono SemiBold"/>
                  <a:cs typeface="Geist Mono SemiBold"/>
                  <a:sym typeface="Geist Mono SemiBold"/>
                </a:rPr>
                <a:t>305 of 2,430 objects are duplicates — 12.6%</a:t>
              </a:r>
              <a:endParaRPr b="0" sz="1050">
                <a:solidFill>
                  <a:srgbClr val="2E7D32"/>
                </a:solidFill>
                <a:latin typeface="Geist Mono SemiBold"/>
                <a:ea typeface="Geist Mono SemiBold"/>
                <a:cs typeface="Geist Mono SemiBold"/>
                <a:sym typeface="Geist Mono SemiBold"/>
              </a:endParaRPr>
            </a:p>
          </p:txBody>
        </p:sp>
      </p:grpSp>
      <p:grpSp>
        <p:nvGrpSpPr>
          <p:cNvPr id="254" name="Google Shape;254;p50"/>
          <p:cNvGrpSpPr/>
          <p:nvPr/>
        </p:nvGrpSpPr>
        <p:grpSpPr>
          <a:xfrm>
            <a:off x="762000" y="5238750"/>
            <a:ext cx="5143500" cy="2190900"/>
            <a:chOff x="0" y="0"/>
            <a:chExt cx="5143500" cy="2190900"/>
          </a:xfrm>
        </p:grpSpPr>
        <p:sp>
          <p:nvSpPr>
            <p:cNvPr id="255" name="Google Shape;255;p50"/>
            <p:cNvSpPr/>
            <p:nvPr/>
          </p:nvSpPr>
          <p:spPr>
            <a:xfrm>
              <a:off x="0" y="0"/>
              <a:ext cx="5143500" cy="2190900"/>
            </a:xfrm>
            <a:prstGeom prst="roundRect">
              <a:avLst>
                <a:gd fmla="val 8695" name="adj"/>
              </a:avLst>
            </a:prstGeom>
            <a:solidFill>
              <a:srgbClr val="FFFFFF"/>
            </a:solidFill>
            <a:ln cap="flat" cmpd="sng" w="14300">
              <a:solidFill>
                <a:srgbClr val="67E3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50"/>
            <p:cNvSpPr txBox="1"/>
            <p:nvPr/>
          </p:nvSpPr>
          <p:spPr>
            <a:xfrm>
              <a:off x="238125" y="238125"/>
              <a:ext cx="4667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2E7D32"/>
                  </a:solidFill>
                  <a:latin typeface="Geist SemiBold"/>
                  <a:ea typeface="Geist SemiBold"/>
                  <a:cs typeface="Geist SemiBold"/>
                  <a:sym typeface="Geist SemiBold"/>
                </a:rPr>
                <a:t>4 · Access</a:t>
              </a:r>
              <a:endParaRPr b="0" sz="1600">
                <a:solidFill>
                  <a:srgbClr val="2E7D32"/>
                </a:solidFill>
                <a:latin typeface="Geist SemiBold"/>
                <a:ea typeface="Geist SemiBold"/>
                <a:cs typeface="Geist SemiBold"/>
                <a:sym typeface="Geis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A4A4A"/>
                  </a:solidFill>
                  <a:latin typeface="Geist"/>
                  <a:ea typeface="Geist"/>
                  <a:cs typeface="Geist"/>
                  <a:sym typeface="Geist"/>
                </a:rPr>
                <a:t>Public to read. Authenticated to write or to spend. Anonymous reads are rate-limited; named clients get higher quotas.</a:t>
              </a:r>
              <a:endParaRPr b="0" sz="1250">
                <a:solidFill>
                  <a:srgbClr val="4A4A4A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  <p:pic>
          <p:nvPicPr>
            <p:cNvPr id="257" name="Google Shape;257;p5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38125" y="1571625"/>
              <a:ext cx="3429000" cy="3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50"/>
            <p:cNvSpPr txBox="1"/>
            <p:nvPr/>
          </p:nvSpPr>
          <p:spPr>
            <a:xfrm>
              <a:off x="238125" y="1571625"/>
              <a:ext cx="34290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2E7D32"/>
                  </a:solidFill>
                  <a:latin typeface="Geist Mono SemiBold"/>
                  <a:ea typeface="Geist Mono SemiBold"/>
                  <a:cs typeface="Geist Mono SemiBold"/>
                  <a:sym typeface="Geist Mono SemiBold"/>
                </a:rPr>
                <a:t>feedback is a write — it must be attributable</a:t>
              </a:r>
              <a:endParaRPr b="0" sz="1050">
                <a:solidFill>
                  <a:srgbClr val="2E7D32"/>
                </a:solidFill>
                <a:latin typeface="Geist Mono SemiBold"/>
                <a:ea typeface="Geist Mono SemiBold"/>
                <a:cs typeface="Geist Mono SemiBold"/>
                <a:sym typeface="Geist Mono SemiBold"/>
              </a:endParaRPr>
            </a:p>
          </p:txBody>
        </p:sp>
      </p:grpSp>
      <p:grpSp>
        <p:nvGrpSpPr>
          <p:cNvPr id="259" name="Google Shape;259;p50"/>
          <p:cNvGrpSpPr/>
          <p:nvPr/>
        </p:nvGrpSpPr>
        <p:grpSpPr>
          <a:xfrm>
            <a:off x="6572250" y="5238750"/>
            <a:ext cx="5143500" cy="2190900"/>
            <a:chOff x="0" y="0"/>
            <a:chExt cx="5143500" cy="2190900"/>
          </a:xfrm>
        </p:grpSpPr>
        <p:sp>
          <p:nvSpPr>
            <p:cNvPr id="260" name="Google Shape;260;p50"/>
            <p:cNvSpPr/>
            <p:nvPr/>
          </p:nvSpPr>
          <p:spPr>
            <a:xfrm>
              <a:off x="0" y="0"/>
              <a:ext cx="5143500" cy="2190900"/>
            </a:xfrm>
            <a:prstGeom prst="roundRect">
              <a:avLst>
                <a:gd fmla="val 8695" name="adj"/>
              </a:avLst>
            </a:prstGeom>
            <a:solidFill>
              <a:srgbClr val="FFFFFF"/>
            </a:solidFill>
            <a:ln cap="flat" cmpd="sng" w="14300">
              <a:solidFill>
                <a:srgbClr val="67E3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50"/>
            <p:cNvSpPr txBox="1"/>
            <p:nvPr/>
          </p:nvSpPr>
          <p:spPr>
            <a:xfrm>
              <a:off x="238125" y="238125"/>
              <a:ext cx="4667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2E7D32"/>
                  </a:solidFill>
                  <a:latin typeface="Geist SemiBold"/>
                  <a:ea typeface="Geist SemiBold"/>
                  <a:cs typeface="Geist SemiBold"/>
                  <a:sym typeface="Geist SemiBold"/>
                </a:rPr>
                <a:t>5 · Rollout &amp; cost</a:t>
              </a:r>
              <a:endParaRPr b="0" sz="1600">
                <a:solidFill>
                  <a:srgbClr val="2E7D32"/>
                </a:solidFill>
                <a:latin typeface="Geist SemiBold"/>
                <a:ea typeface="Geist SemiBold"/>
                <a:cs typeface="Geist SemiBold"/>
                <a:sym typeface="Geis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A4A4A"/>
                  </a:solidFill>
                  <a:latin typeface="Geist"/>
                  <a:ea typeface="Geist"/>
                  <a:cs typeface="Geist"/>
                  <a:sym typeface="Geist"/>
                </a:rPr>
                <a:t>Prove it internally before promising anything. Internal → named pilots → public with a published p95.</a:t>
              </a:r>
              <a:endParaRPr b="0" sz="1250">
                <a:solidFill>
                  <a:srgbClr val="4A4A4A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  <p:pic>
          <p:nvPicPr>
            <p:cNvPr id="262" name="Google Shape;262;p5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38125" y="1571625"/>
              <a:ext cx="2857500" cy="3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" name="Google Shape;263;p50"/>
            <p:cNvSpPr txBox="1"/>
            <p:nvPr/>
          </p:nvSpPr>
          <p:spPr>
            <a:xfrm>
              <a:off x="238125" y="1571625"/>
              <a:ext cx="28575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2E7D32"/>
                  </a:solidFill>
                  <a:latin typeface="Geist Mono SemiBold"/>
                  <a:ea typeface="Geist Mono SemiBold"/>
                  <a:cs typeface="Geist Mono SemiBold"/>
                  <a:sym typeface="Geist Mono SemiBold"/>
                </a:rPr>
                <a:t>14 s cold / 3.6 s warm — too early for SLA</a:t>
              </a:r>
              <a:endParaRPr b="0" sz="1050">
                <a:solidFill>
                  <a:srgbClr val="2E7D32"/>
                </a:solidFill>
                <a:latin typeface="Geist Mono SemiBold"/>
                <a:ea typeface="Geist Mono SemiBold"/>
                <a:cs typeface="Geist Mono SemiBold"/>
                <a:sym typeface="Geist Mono SemiBold"/>
              </a:endParaRPr>
            </a:p>
          </p:txBody>
        </p:sp>
      </p:grpSp>
      <p:grpSp>
        <p:nvGrpSpPr>
          <p:cNvPr id="264" name="Google Shape;264;p50"/>
          <p:cNvGrpSpPr/>
          <p:nvPr/>
        </p:nvGrpSpPr>
        <p:grpSpPr>
          <a:xfrm>
            <a:off x="12382500" y="5238750"/>
            <a:ext cx="5143500" cy="2190900"/>
            <a:chOff x="0" y="0"/>
            <a:chExt cx="5143500" cy="2190900"/>
          </a:xfrm>
        </p:grpSpPr>
        <p:sp>
          <p:nvSpPr>
            <p:cNvPr id="265" name="Google Shape;265;p50"/>
            <p:cNvSpPr/>
            <p:nvPr/>
          </p:nvSpPr>
          <p:spPr>
            <a:xfrm>
              <a:off x="0" y="0"/>
              <a:ext cx="5143500" cy="2190900"/>
            </a:xfrm>
            <a:prstGeom prst="roundRect">
              <a:avLst>
                <a:gd fmla="val 8695" name="adj"/>
              </a:avLst>
            </a:prstGeom>
            <a:solidFill>
              <a:srgbClr val="FFFFFF"/>
            </a:solidFill>
            <a:ln cap="flat" cmpd="sng" w="14300">
              <a:solidFill>
                <a:srgbClr val="67E3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50"/>
            <p:cNvSpPr txBox="1"/>
            <p:nvPr/>
          </p:nvSpPr>
          <p:spPr>
            <a:xfrm>
              <a:off x="238125" y="238125"/>
              <a:ext cx="4667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2E7D32"/>
                  </a:solidFill>
                  <a:latin typeface="Geist SemiBold"/>
                  <a:ea typeface="Geist SemiBold"/>
                  <a:cs typeface="Geist SemiBold"/>
                  <a:sym typeface="Geist SemiBold"/>
                </a:rPr>
                <a:t>6 · Consumer duties</a:t>
              </a:r>
              <a:endParaRPr b="0" sz="1600">
                <a:solidFill>
                  <a:srgbClr val="2E7D32"/>
                </a:solidFill>
                <a:latin typeface="Geist SemiBold"/>
                <a:ea typeface="Geist SemiBold"/>
                <a:cs typeface="Geist SemiBold"/>
                <a:sym typeface="Geis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4A4A4A"/>
                  </a:solidFill>
                  <a:latin typeface="Geist"/>
                  <a:ea typeface="Geist"/>
                  <a:cs typeface="Geist"/>
                  <a:sym typeface="Geist"/>
                </a:rPr>
                <a:t>We supply facts with sources. The application owns the answer. Always cite. Treat "not covered" as an answer. Report wrong answers back.</a:t>
              </a:r>
              <a:endParaRPr b="0" sz="1250">
                <a:solidFill>
                  <a:srgbClr val="4A4A4A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  <p:pic>
          <p:nvPicPr>
            <p:cNvPr id="267" name="Google Shape;267;p5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38125" y="1571625"/>
              <a:ext cx="4333800" cy="3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50"/>
            <p:cNvSpPr txBox="1"/>
            <p:nvPr/>
          </p:nvSpPr>
          <p:spPr>
            <a:xfrm>
              <a:off x="238125" y="1571625"/>
              <a:ext cx="43338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2E7D32"/>
                  </a:solidFill>
                  <a:latin typeface="Geist Mono SemiBold"/>
                  <a:ea typeface="Geist Mono SemiBold"/>
                  <a:cs typeface="Geist Mono SemiBold"/>
                  <a:sym typeface="Geist Mono SemiBold"/>
                </a:rPr>
                <a:t>61 numbers checked · 0 hallucinated · 6 composition defects</a:t>
              </a:r>
              <a:endParaRPr b="0" sz="1050">
                <a:solidFill>
                  <a:srgbClr val="2E7D32"/>
                </a:solidFill>
                <a:latin typeface="Geist Mono SemiBold"/>
                <a:ea typeface="Geist Mono SemiBold"/>
                <a:cs typeface="Geist Mono SemiBold"/>
                <a:sym typeface="Geist Mono SemiBold"/>
              </a:endParaRPr>
            </a:p>
          </p:txBody>
        </p:sp>
      </p:grpSp>
      <p:pic>
        <p:nvPicPr>
          <p:cNvPr id="269" name="Google Shape;269;p50"/>
          <p:cNvPicPr preferRelativeResize="0"/>
          <p:nvPr/>
        </p:nvPicPr>
        <p:blipFill rotWithShape="1">
          <a:blip r:embed="rId9">
            <a:alphaModFix/>
          </a:blip>
          <a:srcRect b="40" l="0" r="0" t="40"/>
          <a:stretch/>
        </p:blipFill>
        <p:spPr>
          <a:xfrm>
            <a:off x="17049750" y="9048750"/>
            <a:ext cx="483000" cy="3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1"/>
          <p:cNvSpPr/>
          <p:nvPr/>
        </p:nvSpPr>
        <p:spPr>
          <a:xfrm>
            <a:off x="9429700" y="6684723"/>
            <a:ext cx="4048200" cy="3030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42875" rotWithShape="0" algn="bl" dir="2700000" dist="95250">
              <a:srgbClr val="181818">
                <a:alpha val="20000"/>
              </a:srgbClr>
            </a:outerShdw>
          </a:effectLst>
        </p:spPr>
        <p:txBody>
          <a:bodyPr anchorCtr="0" anchor="t" bIns="0" lIns="381000" spcFirstLastPara="1" rIns="285750" wrap="square" tIns="18097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solidFill>
                  <a:srgbClr val="181818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Paweł </a:t>
            </a:r>
            <a:r>
              <a:rPr b="0" i="0" lang="en" sz="2400" u="none" cap="none" strike="noStrike">
                <a:solidFill>
                  <a:srgbClr val="181818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 </a:t>
            </a:r>
            <a:r>
              <a:rPr lang="en" sz="2400">
                <a:solidFill>
                  <a:srgbClr val="181818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Urba</a:t>
            </a:r>
            <a:endParaRPr b="0" i="0" sz="2400" u="none" cap="none" strike="noStrike">
              <a:solidFill>
                <a:srgbClr val="181818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81818"/>
              </a:solidFill>
              <a:latin typeface="Geist Medium"/>
              <a:ea typeface="Geist Medium"/>
              <a:cs typeface="Geist Medium"/>
              <a:sym typeface="Geist Medium"/>
            </a:endParaRPr>
          </a:p>
        </p:txBody>
      </p:sp>
      <p:sp>
        <p:nvSpPr>
          <p:cNvPr id="275" name="Google Shape;275;p51"/>
          <p:cNvSpPr/>
          <p:nvPr/>
        </p:nvSpPr>
        <p:spPr>
          <a:xfrm>
            <a:off x="13882650" y="6684711"/>
            <a:ext cx="4048200" cy="3030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42875" rotWithShape="0" algn="bl" dir="2700000" dist="95250">
              <a:srgbClr val="181818">
                <a:alpha val="20000"/>
              </a:srgbClr>
            </a:outerShdw>
          </a:effectLst>
        </p:spPr>
        <p:txBody>
          <a:bodyPr anchorCtr="0" anchor="t" bIns="0" lIns="381000" spcFirstLastPara="1" rIns="285750" wrap="square" tIns="18097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solidFill>
                  <a:srgbClr val="181818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Grzegorz</a:t>
            </a:r>
            <a:r>
              <a:rPr b="0" i="0" lang="en" sz="2400" u="none" cap="none" strike="noStrike">
                <a:solidFill>
                  <a:srgbClr val="181818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 </a:t>
            </a:r>
            <a:r>
              <a:rPr lang="en" sz="2400">
                <a:solidFill>
                  <a:srgbClr val="181818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Król</a:t>
            </a:r>
            <a:endParaRPr b="0" i="0" sz="2400" u="none" cap="none" strike="noStrike">
              <a:solidFill>
                <a:srgbClr val="181818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81818"/>
              </a:solidFill>
              <a:latin typeface="Geist Medium"/>
              <a:ea typeface="Geist Medium"/>
              <a:cs typeface="Geist Medium"/>
              <a:sym typeface="Geist Medium"/>
            </a:endParaRPr>
          </a:p>
        </p:txBody>
      </p:sp>
      <p:pic>
        <p:nvPicPr>
          <p:cNvPr id="276" name="Google Shape;276;p51" title="greg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91575" y="5957888"/>
            <a:ext cx="2095500" cy="2095500"/>
          </a:xfrm>
          <a:prstGeom prst="round2DiagRect">
            <a:avLst>
              <a:gd fmla="val 34921" name="adj1"/>
              <a:gd fmla="val 0" name="adj2"/>
            </a:avLst>
          </a:prstGeom>
          <a:noFill/>
          <a:ln>
            <a:noFill/>
          </a:ln>
          <a:effectLst>
            <a:outerShdw blurRad="142875" rotWithShape="0" algn="bl" dir="2700000" dist="95250">
              <a:schemeClr val="dk1">
                <a:alpha val="20000"/>
              </a:schemeClr>
            </a:outerShdw>
          </a:effectLst>
        </p:spPr>
      </p:pic>
      <p:pic>
        <p:nvPicPr>
          <p:cNvPr id="277" name="Google Shape;277;p51" title="pawel.jpeg"/>
          <p:cNvPicPr preferRelativeResize="0"/>
          <p:nvPr/>
        </p:nvPicPr>
        <p:blipFill rotWithShape="1">
          <a:blip r:embed="rId4">
            <a:alphaModFix/>
          </a:blip>
          <a:srcRect b="120" l="0" r="0" t="130"/>
          <a:stretch/>
        </p:blipFill>
        <p:spPr>
          <a:xfrm>
            <a:off x="9834575" y="5957899"/>
            <a:ext cx="2095500" cy="2095500"/>
          </a:xfrm>
          <a:prstGeom prst="round2DiagRect">
            <a:avLst>
              <a:gd fmla="val 35419" name="adj1"/>
              <a:gd fmla="val 0" name="adj2"/>
            </a:avLst>
          </a:prstGeom>
          <a:noFill/>
          <a:ln>
            <a:noFill/>
          </a:ln>
          <a:effectLst>
            <a:outerShdw blurRad="142875" rotWithShape="0" algn="bl" dir="2700000" dist="95250">
              <a:schemeClr val="dk1">
                <a:alpha val="20000"/>
              </a:schemeClr>
            </a:outerShdw>
          </a:effectLst>
        </p:spPr>
      </p:pic>
      <p:sp>
        <p:nvSpPr>
          <p:cNvPr id="278" name="Google Shape;278;p51"/>
          <p:cNvSpPr/>
          <p:nvPr/>
        </p:nvSpPr>
        <p:spPr>
          <a:xfrm>
            <a:off x="4976738" y="6684736"/>
            <a:ext cx="4048200" cy="3030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42875" rotWithShape="0" algn="bl" dir="2700000" dist="95250">
              <a:srgbClr val="181818">
                <a:alpha val="20000"/>
              </a:srgbClr>
            </a:outerShdw>
          </a:effectLst>
        </p:spPr>
        <p:txBody>
          <a:bodyPr anchorCtr="0" anchor="t" bIns="0" lIns="381000" spcFirstLastPara="1" rIns="285750" wrap="square" tIns="18097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181818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Tomasz </a:t>
            </a:r>
            <a:r>
              <a:rPr lang="en" sz="2400">
                <a:solidFill>
                  <a:srgbClr val="181818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Jażdżewski</a:t>
            </a:r>
            <a:endParaRPr b="0" i="0" sz="2400" u="none" cap="none" strike="noStrike">
              <a:solidFill>
                <a:srgbClr val="181818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81818"/>
              </a:solidFill>
              <a:latin typeface="Geist Medium"/>
              <a:ea typeface="Geist Medium"/>
              <a:cs typeface="Geist Medium"/>
              <a:sym typeface="Geist Medium"/>
            </a:endParaRPr>
          </a:p>
        </p:txBody>
      </p:sp>
      <p:pic>
        <p:nvPicPr>
          <p:cNvPr id="279" name="Google Shape;279;p51" title="tomek.jpe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81613" y="5957911"/>
            <a:ext cx="2095500" cy="2095500"/>
          </a:xfrm>
          <a:prstGeom prst="round2DiagRect">
            <a:avLst>
              <a:gd fmla="val 35419" name="adj1"/>
              <a:gd fmla="val 0" name="adj2"/>
            </a:avLst>
          </a:prstGeom>
          <a:noFill/>
          <a:ln>
            <a:noFill/>
          </a:ln>
          <a:effectLst>
            <a:outerShdw blurRad="142875" rotWithShape="0" algn="bl" dir="2700000" dist="95250">
              <a:schemeClr val="dk1">
                <a:alpha val="20000"/>
              </a:schemeClr>
            </a:outerShdw>
          </a:effectLst>
        </p:spPr>
      </p:pic>
      <p:sp>
        <p:nvSpPr>
          <p:cNvPr id="280" name="Google Shape;280;p51"/>
          <p:cNvSpPr/>
          <p:nvPr/>
        </p:nvSpPr>
        <p:spPr>
          <a:xfrm>
            <a:off x="523800" y="6684723"/>
            <a:ext cx="4048200" cy="3030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42875" rotWithShape="0" algn="bl" dir="2700000" dist="95250">
              <a:srgbClr val="181818">
                <a:alpha val="20000"/>
              </a:srgbClr>
            </a:outerShdw>
          </a:effectLst>
        </p:spPr>
        <p:txBody>
          <a:bodyPr anchorCtr="0" anchor="t" bIns="0" lIns="381000" spcFirstLastPara="1" rIns="285750" wrap="square" tIns="18097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solidFill>
                  <a:srgbClr val="181818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Kseniia</a:t>
            </a:r>
            <a:r>
              <a:rPr b="0" i="0" lang="en" sz="2400" u="none" cap="none" strike="noStrike">
                <a:solidFill>
                  <a:srgbClr val="181818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 </a:t>
            </a:r>
            <a:r>
              <a:rPr lang="en" sz="2400">
                <a:solidFill>
                  <a:srgbClr val="181818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Sych</a:t>
            </a:r>
            <a:endParaRPr b="0" i="0" sz="2400" u="none" cap="none" strike="noStrike">
              <a:solidFill>
                <a:srgbClr val="181818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81818"/>
              </a:solidFill>
              <a:latin typeface="Geist Medium"/>
              <a:ea typeface="Geist Medium"/>
              <a:cs typeface="Geist Medium"/>
              <a:sym typeface="Geist Medium"/>
            </a:endParaRPr>
          </a:p>
        </p:txBody>
      </p:sp>
      <p:pic>
        <p:nvPicPr>
          <p:cNvPr id="281" name="Google Shape;281;p51" title="ksenia.jpe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8675" y="5957899"/>
            <a:ext cx="2095500" cy="2095500"/>
          </a:xfrm>
          <a:prstGeom prst="round2DiagRect">
            <a:avLst>
              <a:gd fmla="val 35419" name="adj1"/>
              <a:gd fmla="val 0" name="adj2"/>
            </a:avLst>
          </a:prstGeom>
          <a:noFill/>
          <a:ln>
            <a:noFill/>
          </a:ln>
          <a:effectLst>
            <a:outerShdw blurRad="142875" rotWithShape="0" algn="bl" dir="2700000" dist="95250">
              <a:schemeClr val="dk1">
                <a:alpha val="20000"/>
              </a:schemeClr>
            </a:outerShdw>
          </a:effectLst>
        </p:spPr>
      </p:pic>
      <p:sp>
        <p:nvSpPr>
          <p:cNvPr id="282" name="Google Shape;282;p51"/>
          <p:cNvSpPr txBox="1"/>
          <p:nvPr/>
        </p:nvSpPr>
        <p:spPr>
          <a:xfrm>
            <a:off x="3024175" y="2728775"/>
            <a:ext cx="14291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  <a:latin typeface="Geist SemiBold"/>
                <a:ea typeface="Geist SemiBold"/>
                <a:cs typeface="Geist SemiBold"/>
                <a:sym typeface="Geist SemiBold"/>
              </a:rPr>
              <a:t>Let’s Talk During Apéro</a:t>
            </a:r>
            <a:endParaRPr sz="6000">
              <a:solidFill>
                <a:schemeClr val="dk1"/>
              </a:solidFill>
              <a:latin typeface="Geist SemiBold"/>
              <a:ea typeface="Geist SemiBold"/>
              <a:cs typeface="Geist SemiBold"/>
              <a:sym typeface="Geist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irtusLab">
  <a:themeElements>
    <a:clrScheme name="Simple Light">
      <a:dk1>
        <a:srgbClr val="181818"/>
      </a:dk1>
      <a:lt1>
        <a:srgbClr val="FFFFFF"/>
      </a:lt1>
      <a:dk2>
        <a:srgbClr val="056134"/>
      </a:dk2>
      <a:lt2>
        <a:srgbClr val="F3F3F3"/>
      </a:lt2>
      <a:accent1>
        <a:srgbClr val="99FFB3"/>
      </a:accent1>
      <a:accent2>
        <a:srgbClr val="D1DFFF"/>
      </a:accent2>
      <a:accent3>
        <a:srgbClr val="67E387"/>
      </a:accent3>
      <a:accent4>
        <a:srgbClr val="ABC1FF"/>
      </a:accent4>
      <a:accent5>
        <a:srgbClr val="D9D9D9"/>
      </a:accent5>
      <a:accent6>
        <a:srgbClr val="FF9E94"/>
      </a:accent6>
      <a:hlink>
        <a:srgbClr val="335E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VirtusLab">
  <a:themeElements>
    <a:clrScheme name="Simple Light">
      <a:dk1>
        <a:srgbClr val="181818"/>
      </a:dk1>
      <a:lt1>
        <a:srgbClr val="FFFFFF"/>
      </a:lt1>
      <a:dk2>
        <a:srgbClr val="056134"/>
      </a:dk2>
      <a:lt2>
        <a:srgbClr val="F3F3F3"/>
      </a:lt2>
      <a:accent1>
        <a:srgbClr val="99FFB3"/>
      </a:accent1>
      <a:accent2>
        <a:srgbClr val="D1DFFF"/>
      </a:accent2>
      <a:accent3>
        <a:srgbClr val="67E387"/>
      </a:accent3>
      <a:accent4>
        <a:srgbClr val="ABC1FF"/>
      </a:accent4>
      <a:accent5>
        <a:srgbClr val="D9D9D9"/>
      </a:accent5>
      <a:accent6>
        <a:srgbClr val="FF9E94"/>
      </a:accent6>
      <a:hlink>
        <a:srgbClr val="335E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