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3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E8D1-3098-C442-AF1C-12CDFD5D7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19E85-6B5C-C2A8-0B90-64E1BB013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35C03-7AB2-53B2-88AE-217BB0D5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9C77A-E78A-C460-0F0D-69C9989A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E19A7-EC07-264B-7ECD-84880EE6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8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506D-DDE7-7B0A-2C13-E8B0A0C6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D08D-ABA5-97AC-6849-92E077A41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3D58-D365-A2A1-C848-153945F33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BD3FF-C074-DEE2-7B88-83B75616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8ADC1-7F4D-8A48-3426-C902D411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5AEF-6E30-4CB1-5FAB-09516CE8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349A6-3521-62C4-D7C5-B067BEE46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2C84A-CA0C-1A91-CF26-6B18CF4B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8184-6F88-6B1E-7764-D21CF285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9382C-A776-5249-FFA3-442E22D2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8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65397-B8A2-72FD-42A4-44364876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D73FD-6411-D12F-633F-11725AF7D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346EA-F1A4-0F51-6710-36B197B4A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55F6B-FB84-2EC3-5986-44EFB748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9687C-B061-3371-A11B-56356452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9E19D-5672-F604-E63A-03A7FF0E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8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4251-C838-6F0A-5699-A51055E7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C39F4-40BF-3E33-98D3-80B2DB420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68738-4038-E20A-390A-82E3A51BF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E995A-68D2-3B50-7315-3C891078E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25CE5-C75D-BD20-9854-E2ED8712A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78745D-C0D2-2FA0-120A-7F28B4B1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DE79A-AC65-19DE-10F0-A0BE9CA7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A79EF-86BE-FB80-2743-88B5279A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4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9DC1-6561-19F2-552F-745A2339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88831-E2F3-D913-0EDF-FFBAA06CC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9AAC4-7AF1-B539-70A1-BB60A485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E15-1709-49C8-B5AB-69A9F21C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36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49AED-67FB-72F4-D1FE-92B31BBC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4209B-DB95-9DF8-5432-A7F8FB3C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740C3-BEBF-ABE2-5A8D-09C033EA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66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0A2E-F4B4-33DA-1809-574E95E5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14264-E82A-7595-49B3-770F83BBB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A9564-6FE6-CE67-89E7-C5F37A129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1A440-9065-A7B0-657B-7AE1534B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E511C-C24D-54DB-698C-5DBF0112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B516C-9DB2-1E34-524C-A1DAA48B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4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0FCA-EF99-D035-2077-93C21E8B6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5ACB82-31EE-160A-35FE-1BF7CDF7B8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9F21-5521-2AB3-0FE7-D72CF8EAA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29418-60CF-0A5D-4596-6C5B36B2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1C6F7-D5FA-FF92-EF66-DAAAD89D1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45950-D41D-25AE-09E0-4BC52FD2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0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4521-B25A-97D8-E5EC-6AAFE3561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4DF50-9FBE-2C4D-34A6-4FE13EB34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0CB-7DFC-D7F8-42B5-95A513AA3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3833F-9D9E-FDF0-632E-CB8E3AF0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20F53-7571-1CED-DF49-18362B9A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4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BCFE6-85E3-46BC-A977-5F768D529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39518-E1A2-72F7-5690-F49388097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2F856-328C-86EA-4395-A2994E0C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84555-A4A4-577F-CEB0-792FCDAB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38007-19E7-E589-A896-66FAC66B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9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159A1-9566-4F0B-7C5F-4F874560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A35F9-8A67-C50C-10B7-AC46E1861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4E409-075C-66A5-A49D-F0E577473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CCB6A-B1DA-C14F-AF79-8D54BA89AF1A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FC81C-89D5-0614-4584-C15F5A5D5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1F8D0-5621-5B29-42F0-BCDE7354F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44612-04F6-4148-A35E-961A3BA57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4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9EF3AD-AAAB-059F-C2FB-18DA061E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719" y="606140"/>
            <a:ext cx="7059386" cy="886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82455EE-90D6-28DB-3A05-5FB70344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851" y="-10886"/>
            <a:ext cx="10515600" cy="700129"/>
          </a:xfrm>
        </p:spPr>
        <p:txBody>
          <a:bodyPr/>
          <a:lstStyle/>
          <a:p>
            <a:r>
              <a:rPr lang="en-US" dirty="0"/>
              <a:t>Verify source and explain anomaly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808FD-0619-A5DC-71A4-70C5D6B25531}"/>
              </a:ext>
            </a:extLst>
          </p:cNvPr>
          <p:cNvSpPr txBox="1"/>
          <p:nvPr/>
        </p:nvSpPr>
        <p:spPr>
          <a:xfrm>
            <a:off x="141604" y="770864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Prompt: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E5D42D-9D16-02CC-96A2-C864CFCF0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718" y="1654034"/>
            <a:ext cx="7069311" cy="18623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FD950F-79DD-1BCC-20A8-FB93D99562A5}"/>
              </a:ext>
            </a:extLst>
          </p:cNvPr>
          <p:cNvSpPr txBox="1"/>
          <p:nvPr/>
        </p:nvSpPr>
        <p:spPr>
          <a:xfrm>
            <a:off x="141604" y="1650835"/>
            <a:ext cx="2993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Verify source </a:t>
            </a:r>
          </a:p>
          <a:p>
            <a:r>
              <a:rPr lang="en-US" dirty="0"/>
              <a:t>by calling </a:t>
            </a:r>
          </a:p>
          <a:p>
            <a:r>
              <a:rPr lang="en-US" dirty="0" err="1"/>
              <a:t>pubdb.bfe.admin.ch</a:t>
            </a:r>
            <a:endParaRPr lang="en-US" dirty="0"/>
          </a:p>
          <a:p>
            <a:r>
              <a:rPr lang="en-US" dirty="0"/>
              <a:t>and fetch PDFs: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98314-6463-752A-516A-1C7FE4FCAEE6}"/>
              </a:ext>
            </a:extLst>
          </p:cNvPr>
          <p:cNvSpPr txBox="1"/>
          <p:nvPr/>
        </p:nvSpPr>
        <p:spPr>
          <a:xfrm>
            <a:off x="141604" y="3590501"/>
            <a:ext cx="22987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Generate briefing</a:t>
            </a:r>
          </a:p>
          <a:p>
            <a:r>
              <a:rPr lang="en-US" dirty="0"/>
              <a:t>and explain anomaly: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F6A883-514E-CE07-2FAC-C242F10F8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718" y="3674388"/>
            <a:ext cx="7059386" cy="314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70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7E55AE-4F09-C9B8-5DA0-94A06EC87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47750"/>
            <a:ext cx="7620000" cy="4762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9490F5-4FA6-7544-CA45-D16C48C1AE2A}"/>
              </a:ext>
            </a:extLst>
          </p:cNvPr>
          <p:cNvSpPr txBox="1"/>
          <p:nvPr/>
        </p:nvSpPr>
        <p:spPr>
          <a:xfrm>
            <a:off x="1491342" y="0"/>
            <a:ext cx="110054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Generate chart from KB returned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685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Verify source and explain anomaly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Zoran Roncevic (extern)</dc:creator>
  <cp:lastModifiedBy>Zoran Roncevic (extern)</cp:lastModifiedBy>
  <cp:revision>2</cp:revision>
  <dcterms:created xsi:type="dcterms:W3CDTF">2026-09-11T08:10:08Z</dcterms:created>
  <dcterms:modified xsi:type="dcterms:W3CDTF">2026-09-11T08:26:53Z</dcterms:modified>
</cp:coreProperties>
</file>